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63" r:id="rId2"/>
    <p:sldId id="262" r:id="rId3"/>
    <p:sldId id="268" r:id="rId4"/>
    <p:sldId id="267" r:id="rId5"/>
    <p:sldId id="266" r:id="rId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entury Gothic"/>
          <a:ea typeface="Century Gothic"/>
          <a:cs typeface="Century Gothic"/>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3CCCB"/>
          </a:solidFill>
        </a:fill>
      </a:tcStyle>
    </a:wholeTbl>
    <a:band2H>
      <a:tcTxStyle/>
      <a:tcStyle>
        <a:tcBdr/>
        <a:fill>
          <a:solidFill>
            <a:srgbClr val="F9E7E7"/>
          </a:solidFill>
        </a:fill>
      </a:tcStyle>
    </a:band2H>
    <a:firstCol>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entury Gothic"/>
          <a:ea typeface="Century Gothic"/>
          <a:cs typeface="Century Gothic"/>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6E8CC"/>
          </a:solidFill>
        </a:fill>
      </a:tcStyle>
    </a:wholeTbl>
    <a:band2H>
      <a:tcTxStyle/>
      <a:tcStyle>
        <a:tcBdr/>
        <a:fill>
          <a:solidFill>
            <a:srgbClr val="FBF4E7"/>
          </a:solidFill>
        </a:fill>
      </a:tcStyle>
    </a:band2H>
    <a:firstCol>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entury Gothic"/>
          <a:ea typeface="Century Gothic"/>
          <a:cs typeface="Century Gothic"/>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DEF2"/>
          </a:solidFill>
        </a:fill>
      </a:tcStyle>
    </a:wholeTbl>
    <a:band2H>
      <a:tcTxStyle/>
      <a:tcStyle>
        <a:tcBdr/>
        <a:fill>
          <a:solidFill>
            <a:srgbClr val="E8EFF8"/>
          </a:solidFill>
        </a:fill>
      </a:tcStyle>
    </a:band2H>
    <a:firstCol>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entury Gothic"/>
          <a:ea typeface="Century Gothic"/>
          <a:cs typeface="Century Gothic"/>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entury Gothic"/>
          <a:ea typeface="Century Gothic"/>
          <a:cs typeface="Century Gothic"/>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entury Gothic"/>
          <a:ea typeface="Century Gothic"/>
          <a:cs typeface="Century Gothic"/>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entury Gothic"/>
          <a:ea typeface="Century Gothic"/>
          <a:cs typeface="Century Gothic"/>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entury Gothic"/>
          <a:ea typeface="Century Gothic"/>
          <a:cs typeface="Century Gothic"/>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a:tcStyle>
        <a:tcBdr/>
        <a:fill>
          <a:solidFill>
            <a:srgbClr val="FFFFFF"/>
          </a:solidFill>
        </a:fill>
      </a:tcStyle>
    </a:band2H>
    <a:firstCol>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
          <a:latin typeface="Century Gothic"/>
          <a:ea typeface="Century Gothic"/>
          <a:cs typeface="Century Gothic"/>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11"/>
    <p:restoredTop sz="73310"/>
  </p:normalViewPr>
  <p:slideViewPr>
    <p:cSldViewPr snapToGrid="0">
      <p:cViewPr>
        <p:scale>
          <a:sx n="92" d="100"/>
          <a:sy n="92" d="100"/>
        </p:scale>
        <p:origin x="944" y="14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79" d="100"/>
          <a:sy n="79" d="100"/>
        </p:scale>
        <p:origin x="3440"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9" name="Shape 189"/>
          <p:cNvSpPr>
            <a:spLocks noGrp="1" noRot="1" noChangeAspect="1"/>
          </p:cNvSpPr>
          <p:nvPr>
            <p:ph type="sldImg"/>
          </p:nvPr>
        </p:nvSpPr>
        <p:spPr>
          <a:xfrm>
            <a:off x="1143000" y="685800"/>
            <a:ext cx="4572000" cy="3429000"/>
          </a:xfrm>
          <a:prstGeom prst="rect">
            <a:avLst/>
          </a:prstGeom>
        </p:spPr>
        <p:txBody>
          <a:bodyPr/>
          <a:lstStyle/>
          <a:p>
            <a:endParaRPr/>
          </a:p>
        </p:txBody>
      </p:sp>
      <p:sp>
        <p:nvSpPr>
          <p:cNvPr id="190" name="Shape 19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indent="457200" algn="just">
              <a:lnSpc>
                <a:spcPct val="200000"/>
              </a:lnSpc>
            </a:pPr>
            <a:endParaRPr lang="en-US"/>
          </a:p>
        </p:txBody>
      </p:sp>
    </p:spTree>
    <p:extLst>
      <p:ext uri="{BB962C8B-B14F-4D97-AF65-F5344CB8AC3E}">
        <p14:creationId xmlns:p14="http://schemas.microsoft.com/office/powerpoint/2010/main" val="998134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83239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indent="457200" algn="just">
              <a:lnSpc>
                <a:spcPct val="200000"/>
              </a:lnSpc>
            </a:pPr>
            <a:endParaRPr lang="en-US"/>
          </a:p>
        </p:txBody>
      </p:sp>
    </p:spTree>
    <p:extLst>
      <p:ext uri="{BB962C8B-B14F-4D97-AF65-F5344CB8AC3E}">
        <p14:creationId xmlns:p14="http://schemas.microsoft.com/office/powerpoint/2010/main" val="2002397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indent="457200" algn="just">
              <a:lnSpc>
                <a:spcPct val="200000"/>
              </a:lnSpc>
            </a:pPr>
            <a:endParaRPr lang="en-US"/>
          </a:p>
        </p:txBody>
      </p:sp>
    </p:spTree>
    <p:extLst>
      <p:ext uri="{BB962C8B-B14F-4D97-AF65-F5344CB8AC3E}">
        <p14:creationId xmlns:p14="http://schemas.microsoft.com/office/powerpoint/2010/main" val="12556752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pic>
        <p:nvPicPr>
          <p:cNvPr id="33" name="Picture 8" descr="Picture 8"/>
          <p:cNvPicPr>
            <a:picLocks noChangeAspect="1"/>
          </p:cNvPicPr>
          <p:nvPr/>
        </p:nvPicPr>
        <p:blipFill>
          <a:blip r:embed="rId2"/>
          <a:stretch>
            <a:fillRect/>
          </a:stretch>
        </p:blipFill>
        <p:spPr>
          <a:xfrm>
            <a:off x="0" y="4375150"/>
            <a:ext cx="12192000" cy="2482850"/>
          </a:xfrm>
          <a:prstGeom prst="rect">
            <a:avLst/>
          </a:prstGeom>
          <a:ln w="12700">
            <a:miter lim="400000"/>
          </a:ln>
        </p:spPr>
      </p:pic>
      <p:sp>
        <p:nvSpPr>
          <p:cNvPr id="34" name="Title Text"/>
          <p:cNvSpPr txBox="1">
            <a:spLocks noGrp="1"/>
          </p:cNvSpPr>
          <p:nvPr>
            <p:ph type="title"/>
          </p:nvPr>
        </p:nvSpPr>
        <p:spPr>
          <a:xfrm>
            <a:off x="685800" y="753532"/>
            <a:ext cx="10820400" cy="2801936"/>
          </a:xfrm>
          <a:prstGeom prst="rect">
            <a:avLst/>
          </a:prstGeom>
        </p:spPr>
        <p:txBody>
          <a:bodyPr anchor="b"/>
          <a:lstStyle/>
          <a:p>
            <a:r>
              <a:t>Title Text</a:t>
            </a:r>
          </a:p>
        </p:txBody>
      </p:sp>
      <p:sp>
        <p:nvSpPr>
          <p:cNvPr id="35" name="Body Level One…"/>
          <p:cNvSpPr txBox="1">
            <a:spLocks noGrp="1"/>
          </p:cNvSpPr>
          <p:nvPr>
            <p:ph type="body" sz="quarter" idx="1"/>
          </p:nvPr>
        </p:nvSpPr>
        <p:spPr>
          <a:xfrm>
            <a:off x="1024467" y="3641725"/>
            <a:ext cx="10490201" cy="955675"/>
          </a:xfrm>
          <a:prstGeom prst="rect">
            <a:avLst/>
          </a:prstGeom>
        </p:spPr>
        <p:txBody>
          <a:bodyPr/>
          <a:lstStyle>
            <a:lvl1pPr marL="0" indent="0" algn="r">
              <a:buSzTx/>
              <a:buFontTx/>
              <a:buNone/>
            </a:lvl1pPr>
            <a:lvl2pPr marL="0" indent="457200" algn="r">
              <a:buSzTx/>
              <a:buFontTx/>
              <a:buNone/>
            </a:lvl2pPr>
            <a:lvl3pPr marL="0" indent="914400" algn="r">
              <a:buSzTx/>
              <a:buFontTx/>
              <a:buNone/>
            </a:lvl3pPr>
            <a:lvl4pPr marL="0" indent="1371600" algn="r">
              <a:buSzTx/>
              <a:buFontTx/>
              <a:buNone/>
            </a:lvl4pPr>
            <a:lvl5pPr marL="0" indent="1828800" algn="r">
              <a:buSzTx/>
              <a:buFontTx/>
              <a:buNone/>
            </a:lvl5pPr>
          </a:lstStyle>
          <a:p>
            <a:r>
              <a:t>Body Level One</a:t>
            </a:r>
          </a:p>
          <a:p>
            <a:pPr lvl="1"/>
            <a:r>
              <a:t>Body Level Two</a:t>
            </a:r>
          </a:p>
          <a:p>
            <a:pPr lvl="2"/>
            <a:r>
              <a:t>Body Level Three</a:t>
            </a:r>
          </a:p>
          <a:p>
            <a:pPr lvl="3"/>
            <a:r>
              <a:t>Body Level Four</a:t>
            </a:r>
          </a:p>
          <a:p>
            <a:pPr lvl="4"/>
            <a:r>
              <a:t>Body Level Five</a:t>
            </a:r>
          </a:p>
        </p:txBody>
      </p:sp>
      <p:sp>
        <p:nvSpPr>
          <p:cNvPr id="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43" name="Title Text"/>
          <p:cNvSpPr txBox="1">
            <a:spLocks noGrp="1"/>
          </p:cNvSpPr>
          <p:nvPr>
            <p:ph type="title"/>
          </p:nvPr>
        </p:nvSpPr>
        <p:spPr>
          <a:xfrm>
            <a:off x="2895600" y="764373"/>
            <a:ext cx="8610600" cy="1293028"/>
          </a:xfrm>
          <a:prstGeom prst="rect">
            <a:avLst/>
          </a:prstGeom>
        </p:spPr>
        <p:txBody>
          <a:bodyPr/>
          <a:lstStyle/>
          <a:p>
            <a:r>
              <a:t>Title Text</a:t>
            </a:r>
          </a:p>
        </p:txBody>
      </p:sp>
      <p:sp>
        <p:nvSpPr>
          <p:cNvPr id="44" name="Body Level One…"/>
          <p:cNvSpPr txBox="1">
            <a:spLocks noGrp="1"/>
          </p:cNvSpPr>
          <p:nvPr>
            <p:ph type="body" sz="half" idx="1"/>
          </p:nvPr>
        </p:nvSpPr>
        <p:spPr>
          <a:xfrm>
            <a:off x="685800" y="2194559"/>
            <a:ext cx="5334000" cy="4024125"/>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52" name="Title Text"/>
          <p:cNvSpPr txBox="1">
            <a:spLocks noGrp="1"/>
          </p:cNvSpPr>
          <p:nvPr>
            <p:ph type="title"/>
          </p:nvPr>
        </p:nvSpPr>
        <p:spPr>
          <a:xfrm>
            <a:off x="2895600" y="762000"/>
            <a:ext cx="8610600" cy="1295400"/>
          </a:xfrm>
          <a:prstGeom prst="rect">
            <a:avLst/>
          </a:prstGeom>
        </p:spPr>
        <p:txBody>
          <a:bodyPr/>
          <a:lstStyle/>
          <a:p>
            <a:r>
              <a:t>Title Text</a:t>
            </a:r>
          </a:p>
        </p:txBody>
      </p:sp>
      <p:sp>
        <p:nvSpPr>
          <p:cNvPr id="53" name="Body Level One…"/>
          <p:cNvSpPr txBox="1">
            <a:spLocks noGrp="1"/>
          </p:cNvSpPr>
          <p:nvPr>
            <p:ph type="body" sz="quarter" idx="1"/>
          </p:nvPr>
        </p:nvSpPr>
        <p:spPr>
          <a:xfrm>
            <a:off x="914409" y="2183801"/>
            <a:ext cx="5079992" cy="823913"/>
          </a:xfrm>
          <a:prstGeom prst="rect">
            <a:avLst/>
          </a:prstGeom>
        </p:spPr>
        <p:txBody>
          <a:bodyPr anchor="b"/>
          <a:lstStyle>
            <a:lvl1pPr marL="0" indent="0">
              <a:buSzTx/>
              <a:buFontTx/>
              <a:buNone/>
              <a:defRPr sz="2800"/>
            </a:lvl1pPr>
            <a:lvl2pPr marL="0" indent="457200">
              <a:buSzTx/>
              <a:buFontTx/>
              <a:buNone/>
              <a:defRPr sz="2800"/>
            </a:lvl2pPr>
            <a:lvl3pPr marL="0" indent="914400">
              <a:buSzTx/>
              <a:buFontTx/>
              <a:buNone/>
              <a:defRPr sz="2800"/>
            </a:lvl3pPr>
            <a:lvl4pPr marL="0" indent="1371600">
              <a:buSzTx/>
              <a:buFontTx/>
              <a:buNone/>
              <a:defRPr sz="2800"/>
            </a:lvl4pPr>
            <a:lvl5pPr marL="0" indent="1828800">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54" name="Text Placeholder 4"/>
          <p:cNvSpPr>
            <a:spLocks noGrp="1"/>
          </p:cNvSpPr>
          <p:nvPr>
            <p:ph type="body" sz="quarter" idx="21"/>
          </p:nvPr>
        </p:nvSpPr>
        <p:spPr>
          <a:xfrm>
            <a:off x="6400800" y="2183801"/>
            <a:ext cx="5105400" cy="823913"/>
          </a:xfrm>
          <a:prstGeom prst="rect">
            <a:avLst/>
          </a:prstGeom>
        </p:spPr>
        <p:txBody>
          <a:bodyPr anchor="b"/>
          <a:lstStyle/>
          <a:p>
            <a:pPr marL="0" indent="0">
              <a:buSzTx/>
              <a:buFontTx/>
              <a:buNone/>
              <a:defRPr sz="2800"/>
            </a:pPr>
            <a:endParaRPr/>
          </a:p>
        </p:txBody>
      </p:sp>
      <p:sp>
        <p:nvSpPr>
          <p:cNvPr id="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2" name="Title Text"/>
          <p:cNvSpPr txBox="1">
            <a:spLocks noGrp="1"/>
          </p:cNvSpPr>
          <p:nvPr>
            <p:ph type="title"/>
          </p:nvPr>
        </p:nvSpPr>
        <p:spPr>
          <a:xfrm>
            <a:off x="2895600" y="764373"/>
            <a:ext cx="8610600" cy="1293028"/>
          </a:xfrm>
          <a:prstGeom prst="rect">
            <a:avLst/>
          </a:prstGeom>
        </p:spPr>
        <p:txBody>
          <a:bodyPr/>
          <a:lstStyle/>
          <a:p>
            <a:r>
              <a:t>Title Text</a:t>
            </a: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685800" y="1524000"/>
            <a:ext cx="4114800" cy="1600200"/>
          </a:xfrm>
          <a:prstGeom prst="rect">
            <a:avLst/>
          </a:prstGeom>
        </p:spPr>
        <p:txBody>
          <a:bodyPr anchor="b"/>
          <a:lstStyle>
            <a:lvl1pPr algn="l">
              <a:defRPr sz="3200"/>
            </a:lvl1pPr>
          </a:lstStyle>
          <a:p>
            <a:r>
              <a:t>Title Text</a:t>
            </a:r>
          </a:p>
        </p:txBody>
      </p:sp>
      <p:sp>
        <p:nvSpPr>
          <p:cNvPr id="78" name="Body Level One…"/>
          <p:cNvSpPr txBox="1">
            <a:spLocks noGrp="1"/>
          </p:cNvSpPr>
          <p:nvPr>
            <p:ph type="body" idx="1"/>
          </p:nvPr>
        </p:nvSpPr>
        <p:spPr>
          <a:xfrm>
            <a:off x="4995581" y="746759"/>
            <a:ext cx="6510619" cy="5471925"/>
          </a:xfrm>
          <a:prstGeom prst="rect">
            <a:avLst/>
          </a:prstGeom>
        </p:spPr>
        <p:txBody>
          <a:bodyPr anchor="ctr"/>
          <a:lstStyle/>
          <a:p>
            <a:r>
              <a:t>Body Level One</a:t>
            </a:r>
          </a:p>
          <a:p>
            <a:pPr lvl="1"/>
            <a:r>
              <a:t>Body Level Two</a:t>
            </a:r>
          </a:p>
          <a:p>
            <a:pPr lvl="2"/>
            <a:r>
              <a:t>Body Level Three</a:t>
            </a:r>
          </a:p>
          <a:p>
            <a:pPr lvl="3"/>
            <a:r>
              <a:t>Body Level Four</a:t>
            </a:r>
          </a:p>
          <a:p>
            <a:pPr lvl="4"/>
            <a:r>
              <a:t>Body Level Five</a:t>
            </a:r>
          </a:p>
        </p:txBody>
      </p:sp>
      <p:sp>
        <p:nvSpPr>
          <p:cNvPr id="79" name="Text Placeholder 3"/>
          <p:cNvSpPr>
            <a:spLocks noGrp="1"/>
          </p:cNvSpPr>
          <p:nvPr>
            <p:ph type="body" sz="quarter" idx="21"/>
          </p:nvPr>
        </p:nvSpPr>
        <p:spPr>
          <a:xfrm>
            <a:off x="685800" y="3124199"/>
            <a:ext cx="4114800" cy="3094485"/>
          </a:xfrm>
          <a:prstGeom prst="rect">
            <a:avLst/>
          </a:prstGeom>
        </p:spPr>
        <p:txBody>
          <a:bodyPr/>
          <a:lstStyle/>
          <a:p>
            <a:pPr marL="0" indent="0">
              <a:buSzTx/>
              <a:buFontTx/>
              <a:buNone/>
              <a:defRPr sz="1600"/>
            </a:pPr>
            <a:endParaRP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7" name="Title Text"/>
          <p:cNvSpPr txBox="1">
            <a:spLocks noGrp="1"/>
          </p:cNvSpPr>
          <p:nvPr>
            <p:ph type="title"/>
          </p:nvPr>
        </p:nvSpPr>
        <p:spPr>
          <a:xfrm>
            <a:off x="685800" y="1524000"/>
            <a:ext cx="6873241" cy="1600200"/>
          </a:xfrm>
          <a:prstGeom prst="rect">
            <a:avLst/>
          </a:prstGeom>
        </p:spPr>
        <p:txBody>
          <a:bodyPr anchor="b"/>
          <a:lstStyle>
            <a:lvl1pPr algn="l">
              <a:defRPr sz="3200"/>
            </a:lvl1pPr>
          </a:lstStyle>
          <a:p>
            <a:r>
              <a:t>Title Text</a:t>
            </a:r>
          </a:p>
        </p:txBody>
      </p:sp>
      <p:sp>
        <p:nvSpPr>
          <p:cNvPr id="88" name="Picture Placeholder 2"/>
          <p:cNvSpPr>
            <a:spLocks noGrp="1"/>
          </p:cNvSpPr>
          <p:nvPr>
            <p:ph type="pic" sz="half" idx="21"/>
          </p:nvPr>
        </p:nvSpPr>
        <p:spPr>
          <a:xfrm>
            <a:off x="7861237" y="751241"/>
            <a:ext cx="3644963" cy="5467444"/>
          </a:xfrm>
          <a:prstGeom prst="rect">
            <a:avLst/>
          </a:prstGeom>
        </p:spPr>
        <p:txBody>
          <a:bodyPr lIns="91439" rIns="91439">
            <a:noAutofit/>
          </a:bodyPr>
          <a:lstStyle/>
          <a:p>
            <a:endParaRPr/>
          </a:p>
        </p:txBody>
      </p:sp>
      <p:sp>
        <p:nvSpPr>
          <p:cNvPr id="89" name="Body Level One…"/>
          <p:cNvSpPr txBox="1">
            <a:spLocks noGrp="1"/>
          </p:cNvSpPr>
          <p:nvPr>
            <p:ph type="body" sz="half" idx="1"/>
          </p:nvPr>
        </p:nvSpPr>
        <p:spPr>
          <a:xfrm>
            <a:off x="685800" y="3124199"/>
            <a:ext cx="6873241" cy="3094485"/>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anoramic Picture with Caption">
    <p:spTree>
      <p:nvGrpSpPr>
        <p:cNvPr id="1" name=""/>
        <p:cNvGrpSpPr/>
        <p:nvPr/>
      </p:nvGrpSpPr>
      <p:grpSpPr>
        <a:xfrm>
          <a:off x="0" y="0"/>
          <a:ext cx="0" cy="0"/>
          <a:chOff x="0" y="0"/>
          <a:chExt cx="0" cy="0"/>
        </a:xfrm>
      </p:grpSpPr>
      <p:sp>
        <p:nvSpPr>
          <p:cNvPr id="97" name="Title Text"/>
          <p:cNvSpPr txBox="1">
            <a:spLocks noGrp="1"/>
          </p:cNvSpPr>
          <p:nvPr>
            <p:ph type="title"/>
          </p:nvPr>
        </p:nvSpPr>
        <p:spPr>
          <a:xfrm>
            <a:off x="685776" y="4697360"/>
            <a:ext cx="10822035" cy="819356"/>
          </a:xfrm>
          <a:prstGeom prst="rect">
            <a:avLst/>
          </a:prstGeom>
        </p:spPr>
        <p:txBody>
          <a:bodyPr anchor="b"/>
          <a:lstStyle>
            <a:lvl1pPr algn="l">
              <a:defRPr sz="3200"/>
            </a:lvl1pPr>
          </a:lstStyle>
          <a:p>
            <a:r>
              <a:t>Title Text</a:t>
            </a:r>
          </a:p>
        </p:txBody>
      </p:sp>
      <p:sp>
        <p:nvSpPr>
          <p:cNvPr id="98" name="Picture Placeholder 2"/>
          <p:cNvSpPr>
            <a:spLocks noGrp="1"/>
          </p:cNvSpPr>
          <p:nvPr>
            <p:ph type="pic" idx="21"/>
          </p:nvPr>
        </p:nvSpPr>
        <p:spPr>
          <a:xfrm>
            <a:off x="681726" y="941439"/>
            <a:ext cx="10821842" cy="3478161"/>
          </a:xfrm>
          <a:prstGeom prst="rect">
            <a:avLst/>
          </a:prstGeom>
        </p:spPr>
        <p:txBody>
          <a:bodyPr lIns="91439" rIns="91439">
            <a:noAutofit/>
          </a:bodyPr>
          <a:lstStyle/>
          <a:p>
            <a:endParaRPr/>
          </a:p>
        </p:txBody>
      </p:sp>
      <p:sp>
        <p:nvSpPr>
          <p:cNvPr id="99" name="Body Level One…"/>
          <p:cNvSpPr txBox="1">
            <a:spLocks noGrp="1"/>
          </p:cNvSpPr>
          <p:nvPr>
            <p:ph type="body" sz="quarter" idx="1"/>
          </p:nvPr>
        </p:nvSpPr>
        <p:spPr>
          <a:xfrm>
            <a:off x="685800" y="5516714"/>
            <a:ext cx="10820400" cy="701970"/>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and Caption">
    <p:spTree>
      <p:nvGrpSpPr>
        <p:cNvPr id="1" name=""/>
        <p:cNvGrpSpPr/>
        <p:nvPr/>
      </p:nvGrpSpPr>
      <p:grpSpPr>
        <a:xfrm>
          <a:off x="0" y="0"/>
          <a:ext cx="0" cy="0"/>
          <a:chOff x="0" y="0"/>
          <a:chExt cx="0" cy="0"/>
        </a:xfrm>
      </p:grpSpPr>
      <p:pic>
        <p:nvPicPr>
          <p:cNvPr id="107" name="Picture 7" descr="Picture 7"/>
          <p:cNvPicPr>
            <a:picLocks noChangeAspect="1"/>
          </p:cNvPicPr>
          <p:nvPr/>
        </p:nvPicPr>
        <p:blipFill>
          <a:blip r:embed="rId2"/>
          <a:stretch>
            <a:fillRect/>
          </a:stretch>
        </p:blipFill>
        <p:spPr>
          <a:xfrm>
            <a:off x="0" y="4375150"/>
            <a:ext cx="12192000" cy="2482850"/>
          </a:xfrm>
          <a:prstGeom prst="rect">
            <a:avLst/>
          </a:prstGeom>
          <a:ln w="12700">
            <a:miter lim="400000"/>
          </a:ln>
        </p:spPr>
      </p:pic>
      <p:sp>
        <p:nvSpPr>
          <p:cNvPr id="108" name="Title Text"/>
          <p:cNvSpPr txBox="1">
            <a:spLocks noGrp="1"/>
          </p:cNvSpPr>
          <p:nvPr>
            <p:ph type="title"/>
          </p:nvPr>
        </p:nvSpPr>
        <p:spPr>
          <a:xfrm>
            <a:off x="685800" y="753532"/>
            <a:ext cx="10820400" cy="2802467"/>
          </a:xfrm>
          <a:prstGeom prst="rect">
            <a:avLst/>
          </a:prstGeom>
        </p:spPr>
        <p:txBody>
          <a:bodyPr/>
          <a:lstStyle>
            <a:lvl1pPr algn="l">
              <a:defRPr sz="3200"/>
            </a:lvl1pPr>
          </a:lstStyle>
          <a:p>
            <a:r>
              <a:t>Title Text</a:t>
            </a:r>
          </a:p>
        </p:txBody>
      </p:sp>
      <p:sp>
        <p:nvSpPr>
          <p:cNvPr id="109" name="Body Level One…"/>
          <p:cNvSpPr txBox="1">
            <a:spLocks noGrp="1"/>
          </p:cNvSpPr>
          <p:nvPr>
            <p:ph type="body" sz="quarter" idx="1"/>
          </p:nvPr>
        </p:nvSpPr>
        <p:spPr>
          <a:xfrm>
            <a:off x="1024467" y="3649133"/>
            <a:ext cx="10130516" cy="999068"/>
          </a:xfrm>
          <a:prstGeom prst="rect">
            <a:avLst/>
          </a:prstGeom>
        </p:spPr>
        <p:txBody>
          <a:bodyPr anchor="ct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Quote with Caption">
    <p:spTree>
      <p:nvGrpSpPr>
        <p:cNvPr id="1" name=""/>
        <p:cNvGrpSpPr/>
        <p:nvPr/>
      </p:nvGrpSpPr>
      <p:grpSpPr>
        <a:xfrm>
          <a:off x="0" y="0"/>
          <a:ext cx="0" cy="0"/>
          <a:chOff x="0" y="0"/>
          <a:chExt cx="0" cy="0"/>
        </a:xfrm>
      </p:grpSpPr>
      <p:pic>
        <p:nvPicPr>
          <p:cNvPr id="117" name="Picture 12" descr="Picture 12"/>
          <p:cNvPicPr>
            <a:picLocks noChangeAspect="1"/>
          </p:cNvPicPr>
          <p:nvPr/>
        </p:nvPicPr>
        <p:blipFill>
          <a:blip r:embed="rId2"/>
          <a:stretch>
            <a:fillRect/>
          </a:stretch>
        </p:blipFill>
        <p:spPr>
          <a:xfrm>
            <a:off x="0" y="4375150"/>
            <a:ext cx="12192000" cy="2482850"/>
          </a:xfrm>
          <a:prstGeom prst="rect">
            <a:avLst/>
          </a:prstGeom>
          <a:ln w="12700">
            <a:miter lim="400000"/>
          </a:ln>
        </p:spPr>
      </p:pic>
      <p:sp>
        <p:nvSpPr>
          <p:cNvPr id="118" name="Title Text"/>
          <p:cNvSpPr txBox="1">
            <a:spLocks noGrp="1"/>
          </p:cNvSpPr>
          <p:nvPr>
            <p:ph type="title"/>
          </p:nvPr>
        </p:nvSpPr>
        <p:spPr>
          <a:xfrm>
            <a:off x="1024467" y="753532"/>
            <a:ext cx="10151534" cy="2604497"/>
          </a:xfrm>
          <a:prstGeom prst="rect">
            <a:avLst/>
          </a:prstGeom>
        </p:spPr>
        <p:txBody>
          <a:bodyPr/>
          <a:lstStyle>
            <a:lvl1pPr algn="l">
              <a:defRPr sz="3200"/>
            </a:lvl1pPr>
          </a:lstStyle>
          <a:p>
            <a:r>
              <a:t>Title Text</a:t>
            </a:r>
          </a:p>
        </p:txBody>
      </p:sp>
      <p:sp>
        <p:nvSpPr>
          <p:cNvPr id="119" name="Body Level One…"/>
          <p:cNvSpPr txBox="1">
            <a:spLocks noGrp="1"/>
          </p:cNvSpPr>
          <p:nvPr>
            <p:ph type="body" sz="quarter" idx="1"/>
          </p:nvPr>
        </p:nvSpPr>
        <p:spPr>
          <a:xfrm>
            <a:off x="1303864" y="3365555"/>
            <a:ext cx="9592738" cy="444444"/>
          </a:xfrm>
          <a:prstGeom prst="rect">
            <a:avLst/>
          </a:prstGeom>
        </p:spPr>
        <p:txBody>
          <a:bodyPr/>
          <a:lstStyle>
            <a:lvl1pPr marL="0" indent="0">
              <a:buSzTx/>
              <a:buFontTx/>
              <a:buNone/>
              <a:defRPr sz="1400"/>
            </a:lvl1pPr>
            <a:lvl2pPr marL="0" indent="457200">
              <a:buSzTx/>
              <a:buFontTx/>
              <a:buNone/>
              <a:defRPr sz="1400"/>
            </a:lvl2pPr>
            <a:lvl3pPr marL="0" indent="914400">
              <a:buSzTx/>
              <a:buFontTx/>
              <a:buNone/>
              <a:defRPr sz="1400"/>
            </a:lvl3pPr>
            <a:lvl4pPr marL="0" indent="1371600">
              <a:buSzTx/>
              <a:buFontTx/>
              <a:buNone/>
              <a:defRPr sz="1400"/>
            </a:lvl4pPr>
            <a:lvl5pPr marL="0" indent="1828800">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120" name="Text Placeholder 3"/>
          <p:cNvSpPr>
            <a:spLocks noGrp="1"/>
          </p:cNvSpPr>
          <p:nvPr>
            <p:ph type="body" sz="quarter" idx="21"/>
          </p:nvPr>
        </p:nvSpPr>
        <p:spPr>
          <a:xfrm>
            <a:off x="1024467" y="3959862"/>
            <a:ext cx="10151534" cy="679872"/>
          </a:xfrm>
          <a:prstGeom prst="rect">
            <a:avLst/>
          </a:prstGeom>
        </p:spPr>
        <p:txBody>
          <a:bodyPr anchor="ctr"/>
          <a:lstStyle/>
          <a:p>
            <a:pPr marL="0" indent="0">
              <a:buSzTx/>
              <a:buFontTx/>
              <a:buNone/>
              <a:defRPr sz="1600"/>
            </a:pPr>
            <a:endParaRPr/>
          </a:p>
        </p:txBody>
      </p:sp>
      <p:sp>
        <p:nvSpPr>
          <p:cNvPr id="121" name="TextBox 8"/>
          <p:cNvSpPr txBox="1"/>
          <p:nvPr/>
        </p:nvSpPr>
        <p:spPr>
          <a:xfrm>
            <a:off x="476250" y="557817"/>
            <a:ext cx="609600" cy="1336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8000" cap="all">
                <a:solidFill>
                  <a:srgbClr val="FFFFFF"/>
                </a:solidFill>
              </a:defRPr>
            </a:lvl1pPr>
          </a:lstStyle>
          <a:p>
            <a:r>
              <a:t>“</a:t>
            </a:r>
          </a:p>
        </p:txBody>
      </p:sp>
      <p:sp>
        <p:nvSpPr>
          <p:cNvPr id="122" name="TextBox 9"/>
          <p:cNvSpPr txBox="1"/>
          <p:nvPr/>
        </p:nvSpPr>
        <p:spPr>
          <a:xfrm>
            <a:off x="10984230" y="2325657"/>
            <a:ext cx="609601" cy="1336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r">
              <a:defRPr sz="8000" cap="all">
                <a:solidFill>
                  <a:srgbClr val="FFFFFF"/>
                </a:solidFill>
              </a:defRPr>
            </a:lvl1pPr>
          </a:lstStyle>
          <a:p>
            <a:r>
              <a:t>”</a:t>
            </a:r>
          </a:p>
        </p:txBody>
      </p:sp>
      <p:sp>
        <p:nvSpPr>
          <p:cNvPr id="1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Name Card">
    <p:spTree>
      <p:nvGrpSpPr>
        <p:cNvPr id="1" name=""/>
        <p:cNvGrpSpPr/>
        <p:nvPr/>
      </p:nvGrpSpPr>
      <p:grpSpPr>
        <a:xfrm>
          <a:off x="0" y="0"/>
          <a:ext cx="0" cy="0"/>
          <a:chOff x="0" y="0"/>
          <a:chExt cx="0" cy="0"/>
        </a:xfrm>
      </p:grpSpPr>
      <p:pic>
        <p:nvPicPr>
          <p:cNvPr id="130" name="Picture 8" descr="Picture 8"/>
          <p:cNvPicPr>
            <a:picLocks noChangeAspect="1"/>
          </p:cNvPicPr>
          <p:nvPr/>
        </p:nvPicPr>
        <p:blipFill>
          <a:blip r:embed="rId2"/>
          <a:stretch>
            <a:fillRect/>
          </a:stretch>
        </p:blipFill>
        <p:spPr>
          <a:xfrm>
            <a:off x="0" y="4375150"/>
            <a:ext cx="12192000" cy="2482850"/>
          </a:xfrm>
          <a:prstGeom prst="rect">
            <a:avLst/>
          </a:prstGeom>
          <a:ln w="12700">
            <a:miter lim="400000"/>
          </a:ln>
        </p:spPr>
      </p:pic>
      <p:sp>
        <p:nvSpPr>
          <p:cNvPr id="131" name="Title Text"/>
          <p:cNvSpPr txBox="1">
            <a:spLocks noGrp="1"/>
          </p:cNvSpPr>
          <p:nvPr>
            <p:ph type="title"/>
          </p:nvPr>
        </p:nvSpPr>
        <p:spPr>
          <a:xfrm>
            <a:off x="1024495" y="1124701"/>
            <a:ext cx="10146187" cy="2511836"/>
          </a:xfrm>
          <a:prstGeom prst="rect">
            <a:avLst/>
          </a:prstGeom>
        </p:spPr>
        <p:txBody>
          <a:bodyPr anchor="b"/>
          <a:lstStyle>
            <a:lvl1pPr algn="l">
              <a:defRPr sz="3200"/>
            </a:lvl1pPr>
          </a:lstStyle>
          <a:p>
            <a:r>
              <a:t>Title Text</a:t>
            </a:r>
          </a:p>
        </p:txBody>
      </p:sp>
      <p:sp>
        <p:nvSpPr>
          <p:cNvPr id="132" name="Body Level One…"/>
          <p:cNvSpPr txBox="1">
            <a:spLocks noGrp="1"/>
          </p:cNvSpPr>
          <p:nvPr>
            <p:ph type="body" sz="quarter" idx="1"/>
          </p:nvPr>
        </p:nvSpPr>
        <p:spPr>
          <a:xfrm>
            <a:off x="1024467" y="3648314"/>
            <a:ext cx="10144654" cy="999886"/>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3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3 Column">
    <p:spTree>
      <p:nvGrpSpPr>
        <p:cNvPr id="1" name=""/>
        <p:cNvGrpSpPr/>
        <p:nvPr/>
      </p:nvGrpSpPr>
      <p:grpSpPr>
        <a:xfrm>
          <a:off x="0" y="0"/>
          <a:ext cx="0" cy="0"/>
          <a:chOff x="0" y="0"/>
          <a:chExt cx="0" cy="0"/>
        </a:xfrm>
      </p:grpSpPr>
      <p:sp>
        <p:nvSpPr>
          <p:cNvPr id="140" name="Title Text"/>
          <p:cNvSpPr txBox="1">
            <a:spLocks noGrp="1"/>
          </p:cNvSpPr>
          <p:nvPr>
            <p:ph type="title"/>
          </p:nvPr>
        </p:nvSpPr>
        <p:spPr>
          <a:xfrm>
            <a:off x="2895600" y="761998"/>
            <a:ext cx="8610600" cy="1303869"/>
          </a:xfrm>
          <a:prstGeom prst="rect">
            <a:avLst/>
          </a:prstGeom>
        </p:spPr>
        <p:txBody>
          <a:bodyPr/>
          <a:lstStyle/>
          <a:p>
            <a:r>
              <a:t>Title Text</a:t>
            </a:r>
          </a:p>
        </p:txBody>
      </p:sp>
      <p:sp>
        <p:nvSpPr>
          <p:cNvPr id="141" name="Body Level One…"/>
          <p:cNvSpPr txBox="1">
            <a:spLocks noGrp="1"/>
          </p:cNvSpPr>
          <p:nvPr>
            <p:ph type="body" sz="quarter" idx="1"/>
          </p:nvPr>
        </p:nvSpPr>
        <p:spPr>
          <a:xfrm>
            <a:off x="685800" y="2202079"/>
            <a:ext cx="3456433" cy="617321"/>
          </a:xfrm>
          <a:prstGeom prst="rect">
            <a:avLst/>
          </a:prstGeom>
        </p:spPr>
        <p:txBody>
          <a:bodyPr anchor="b"/>
          <a:lstStyle>
            <a:lvl1pPr marL="0" indent="0">
              <a:buSzTx/>
              <a:buFontTx/>
              <a:buNone/>
              <a:defRPr sz="2400"/>
            </a:lvl1pPr>
            <a:lvl2pPr marL="0" indent="457200">
              <a:buSzTx/>
              <a:buFontTx/>
              <a:buNone/>
              <a:defRPr sz="2400"/>
            </a:lvl2pPr>
            <a:lvl3pPr marL="0" indent="914400">
              <a:buSzTx/>
              <a:buFontTx/>
              <a:buNone/>
              <a:defRPr sz="2400"/>
            </a:lvl3pPr>
            <a:lvl4pPr marL="0" indent="1371600">
              <a:buSzTx/>
              <a:buFontTx/>
              <a:buNone/>
              <a:defRPr sz="2400"/>
            </a:lvl4pPr>
            <a:lvl5pPr marL="0" indent="1828800">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42" name="Text Placeholder 3"/>
          <p:cNvSpPr>
            <a:spLocks noGrp="1"/>
          </p:cNvSpPr>
          <p:nvPr>
            <p:ph type="body" sz="quarter" idx="21"/>
          </p:nvPr>
        </p:nvSpPr>
        <p:spPr>
          <a:xfrm>
            <a:off x="685798" y="2904564"/>
            <a:ext cx="3456434" cy="3314132"/>
          </a:xfrm>
          <a:prstGeom prst="rect">
            <a:avLst/>
          </a:prstGeom>
        </p:spPr>
        <p:txBody>
          <a:bodyPr/>
          <a:lstStyle/>
          <a:p>
            <a:pPr marL="0" indent="0">
              <a:buSzTx/>
              <a:buFontTx/>
              <a:buNone/>
              <a:defRPr sz="1400"/>
            </a:pPr>
            <a:endParaRPr/>
          </a:p>
        </p:txBody>
      </p:sp>
      <p:sp>
        <p:nvSpPr>
          <p:cNvPr id="143" name="Text Placeholder 4"/>
          <p:cNvSpPr>
            <a:spLocks noGrp="1"/>
          </p:cNvSpPr>
          <p:nvPr>
            <p:ph type="body" sz="quarter" idx="22"/>
          </p:nvPr>
        </p:nvSpPr>
        <p:spPr>
          <a:xfrm>
            <a:off x="4368800" y="2201333"/>
            <a:ext cx="3456433" cy="626535"/>
          </a:xfrm>
          <a:prstGeom prst="rect">
            <a:avLst/>
          </a:prstGeom>
        </p:spPr>
        <p:txBody>
          <a:bodyPr anchor="b"/>
          <a:lstStyle/>
          <a:p>
            <a:pPr marL="0" indent="0">
              <a:buSzTx/>
              <a:buFontTx/>
              <a:buNone/>
              <a:defRPr sz="2400"/>
            </a:pPr>
            <a:endParaRPr/>
          </a:p>
        </p:txBody>
      </p:sp>
      <p:sp>
        <p:nvSpPr>
          <p:cNvPr id="144" name="Text Placeholder 3"/>
          <p:cNvSpPr>
            <a:spLocks noGrp="1"/>
          </p:cNvSpPr>
          <p:nvPr>
            <p:ph type="body" sz="quarter" idx="23"/>
          </p:nvPr>
        </p:nvSpPr>
        <p:spPr>
          <a:xfrm>
            <a:off x="4366857" y="2904066"/>
            <a:ext cx="3456433" cy="3314618"/>
          </a:xfrm>
          <a:prstGeom prst="rect">
            <a:avLst/>
          </a:prstGeom>
        </p:spPr>
        <p:txBody>
          <a:bodyPr/>
          <a:lstStyle/>
          <a:p>
            <a:pPr marL="0" indent="0">
              <a:buSzTx/>
              <a:buFontTx/>
              <a:buNone/>
              <a:defRPr sz="1400"/>
            </a:pPr>
            <a:endParaRPr/>
          </a:p>
        </p:txBody>
      </p:sp>
      <p:sp>
        <p:nvSpPr>
          <p:cNvPr id="145" name="Text Placeholder 4"/>
          <p:cNvSpPr>
            <a:spLocks noGrp="1"/>
          </p:cNvSpPr>
          <p:nvPr>
            <p:ph type="body" sz="quarter" idx="24"/>
          </p:nvPr>
        </p:nvSpPr>
        <p:spPr>
          <a:xfrm>
            <a:off x="8051800" y="2192865"/>
            <a:ext cx="3456433" cy="626535"/>
          </a:xfrm>
          <a:prstGeom prst="rect">
            <a:avLst/>
          </a:prstGeom>
        </p:spPr>
        <p:txBody>
          <a:bodyPr anchor="b"/>
          <a:lstStyle/>
          <a:p>
            <a:pPr marL="0" indent="0">
              <a:buSzTx/>
              <a:buFontTx/>
              <a:buNone/>
              <a:defRPr sz="2400"/>
            </a:pPr>
            <a:endParaRPr/>
          </a:p>
        </p:txBody>
      </p:sp>
      <p:sp>
        <p:nvSpPr>
          <p:cNvPr id="146" name="Text Placeholder 3"/>
          <p:cNvSpPr>
            <a:spLocks noGrp="1"/>
          </p:cNvSpPr>
          <p:nvPr>
            <p:ph type="body" sz="quarter" idx="25"/>
          </p:nvPr>
        </p:nvSpPr>
        <p:spPr>
          <a:xfrm>
            <a:off x="8051800" y="2904564"/>
            <a:ext cx="3456433" cy="3314132"/>
          </a:xfrm>
          <a:prstGeom prst="rect">
            <a:avLst/>
          </a:prstGeom>
        </p:spPr>
        <p:txBody>
          <a:bodyPr/>
          <a:lstStyle/>
          <a:p>
            <a:pPr marL="0" indent="0">
              <a:buSzTx/>
              <a:buFontTx/>
              <a:buNone/>
              <a:defRPr sz="1400"/>
            </a:pPr>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3 Picture Column">
    <p:spTree>
      <p:nvGrpSpPr>
        <p:cNvPr id="1" name=""/>
        <p:cNvGrpSpPr/>
        <p:nvPr/>
      </p:nvGrpSpPr>
      <p:grpSpPr>
        <a:xfrm>
          <a:off x="0" y="0"/>
          <a:ext cx="0" cy="0"/>
          <a:chOff x="0" y="0"/>
          <a:chExt cx="0" cy="0"/>
        </a:xfrm>
      </p:grpSpPr>
      <p:sp>
        <p:nvSpPr>
          <p:cNvPr id="154" name="Title Text"/>
          <p:cNvSpPr txBox="1">
            <a:spLocks noGrp="1"/>
          </p:cNvSpPr>
          <p:nvPr>
            <p:ph type="title"/>
          </p:nvPr>
        </p:nvSpPr>
        <p:spPr>
          <a:xfrm>
            <a:off x="2895600" y="762000"/>
            <a:ext cx="8610600" cy="1295400"/>
          </a:xfrm>
          <a:prstGeom prst="rect">
            <a:avLst/>
          </a:prstGeom>
        </p:spPr>
        <p:txBody>
          <a:bodyPr/>
          <a:lstStyle/>
          <a:p>
            <a:r>
              <a:t>Title Text</a:t>
            </a:r>
          </a:p>
        </p:txBody>
      </p:sp>
      <p:sp>
        <p:nvSpPr>
          <p:cNvPr id="155" name="Body Level One…"/>
          <p:cNvSpPr txBox="1">
            <a:spLocks noGrp="1"/>
          </p:cNvSpPr>
          <p:nvPr>
            <p:ph type="body" sz="quarter" idx="1"/>
          </p:nvPr>
        </p:nvSpPr>
        <p:spPr>
          <a:xfrm>
            <a:off x="688617" y="4191000"/>
            <a:ext cx="3451583" cy="682766"/>
          </a:xfrm>
          <a:prstGeom prst="rect">
            <a:avLst/>
          </a:prstGeom>
        </p:spPr>
        <p:txBody>
          <a:bodyPr anchor="b"/>
          <a:lstStyle>
            <a:lvl1pPr marL="0" indent="0">
              <a:buSzTx/>
              <a:buFontTx/>
              <a:buNone/>
              <a:defRPr sz="2400"/>
            </a:lvl1pPr>
            <a:lvl2pPr marL="0" indent="457200">
              <a:buSzTx/>
              <a:buFontTx/>
              <a:buNone/>
              <a:defRPr sz="2400"/>
            </a:lvl2pPr>
            <a:lvl3pPr marL="0" indent="914400">
              <a:buSzTx/>
              <a:buFontTx/>
              <a:buNone/>
              <a:defRPr sz="2400"/>
            </a:lvl3pPr>
            <a:lvl4pPr marL="0" indent="1371600">
              <a:buSzTx/>
              <a:buFontTx/>
              <a:buNone/>
              <a:defRPr sz="2400"/>
            </a:lvl4pPr>
            <a:lvl5pPr marL="0" indent="1828800">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56" name="Picture Placeholder 2"/>
          <p:cNvSpPr>
            <a:spLocks noGrp="1"/>
          </p:cNvSpPr>
          <p:nvPr>
            <p:ph type="pic" sz="quarter" idx="21"/>
          </p:nvPr>
        </p:nvSpPr>
        <p:spPr>
          <a:xfrm>
            <a:off x="688617" y="2362200"/>
            <a:ext cx="3451583" cy="1524000"/>
          </a:xfrm>
          <a:prstGeom prst="rect">
            <a:avLst/>
          </a:prstGeom>
          <a:effectLst>
            <a:outerShdw blurRad="50800" dist="50800" dir="5400000" rotWithShape="0">
              <a:srgbClr val="000000">
                <a:alpha val="43000"/>
              </a:srgbClr>
            </a:outerShdw>
          </a:effectLst>
        </p:spPr>
        <p:txBody>
          <a:bodyPr lIns="91439" rIns="91439">
            <a:noAutofit/>
          </a:bodyPr>
          <a:lstStyle/>
          <a:p>
            <a:endParaRPr/>
          </a:p>
        </p:txBody>
      </p:sp>
      <p:sp>
        <p:nvSpPr>
          <p:cNvPr id="157" name="Text Placeholder 3"/>
          <p:cNvSpPr>
            <a:spLocks noGrp="1"/>
          </p:cNvSpPr>
          <p:nvPr>
            <p:ph type="body" sz="quarter" idx="22"/>
          </p:nvPr>
        </p:nvSpPr>
        <p:spPr>
          <a:xfrm>
            <a:off x="688617" y="4873764"/>
            <a:ext cx="3451583" cy="1344922"/>
          </a:xfrm>
          <a:prstGeom prst="rect">
            <a:avLst/>
          </a:prstGeom>
        </p:spPr>
        <p:txBody>
          <a:bodyPr/>
          <a:lstStyle/>
          <a:p>
            <a:pPr marL="0" indent="0">
              <a:buSzTx/>
              <a:buFontTx/>
              <a:buNone/>
              <a:defRPr sz="1400"/>
            </a:pPr>
            <a:endParaRPr/>
          </a:p>
        </p:txBody>
      </p:sp>
      <p:sp>
        <p:nvSpPr>
          <p:cNvPr id="158" name="Text Placeholder 4"/>
          <p:cNvSpPr>
            <a:spLocks noGrp="1"/>
          </p:cNvSpPr>
          <p:nvPr>
            <p:ph type="body" sz="quarter" idx="23"/>
          </p:nvPr>
        </p:nvSpPr>
        <p:spPr>
          <a:xfrm>
            <a:off x="4374262" y="4191000"/>
            <a:ext cx="3448935" cy="682766"/>
          </a:xfrm>
          <a:prstGeom prst="rect">
            <a:avLst/>
          </a:prstGeom>
        </p:spPr>
        <p:txBody>
          <a:bodyPr anchor="b"/>
          <a:lstStyle/>
          <a:p>
            <a:pPr marL="0" indent="0">
              <a:buSzTx/>
              <a:buFontTx/>
              <a:buNone/>
              <a:defRPr sz="2400"/>
            </a:pPr>
            <a:endParaRPr/>
          </a:p>
        </p:txBody>
      </p:sp>
      <p:sp>
        <p:nvSpPr>
          <p:cNvPr id="159" name="Picture Placeholder 2"/>
          <p:cNvSpPr>
            <a:spLocks noGrp="1"/>
          </p:cNvSpPr>
          <p:nvPr>
            <p:ph type="pic" sz="quarter" idx="24"/>
          </p:nvPr>
        </p:nvSpPr>
        <p:spPr>
          <a:xfrm>
            <a:off x="4374262" y="2362200"/>
            <a:ext cx="3448937" cy="1524000"/>
          </a:xfrm>
          <a:prstGeom prst="rect">
            <a:avLst/>
          </a:prstGeom>
          <a:effectLst>
            <a:outerShdw blurRad="50800" dist="50800" dir="5400000" rotWithShape="0">
              <a:srgbClr val="000000">
                <a:alpha val="43000"/>
              </a:srgbClr>
            </a:outerShdw>
          </a:effectLst>
        </p:spPr>
        <p:txBody>
          <a:bodyPr lIns="91439" rIns="91439">
            <a:noAutofit/>
          </a:bodyPr>
          <a:lstStyle/>
          <a:p>
            <a:endParaRPr/>
          </a:p>
        </p:txBody>
      </p:sp>
      <p:sp>
        <p:nvSpPr>
          <p:cNvPr id="160" name="Text Placeholder 3"/>
          <p:cNvSpPr>
            <a:spLocks noGrp="1"/>
          </p:cNvSpPr>
          <p:nvPr>
            <p:ph type="body" sz="quarter" idx="25"/>
          </p:nvPr>
        </p:nvSpPr>
        <p:spPr>
          <a:xfrm>
            <a:off x="4374264" y="4873762"/>
            <a:ext cx="3448935" cy="1344922"/>
          </a:xfrm>
          <a:prstGeom prst="rect">
            <a:avLst/>
          </a:prstGeom>
        </p:spPr>
        <p:txBody>
          <a:bodyPr/>
          <a:lstStyle/>
          <a:p>
            <a:pPr marL="0" indent="0">
              <a:buSzTx/>
              <a:buFontTx/>
              <a:buNone/>
              <a:defRPr sz="1400"/>
            </a:pPr>
            <a:endParaRPr/>
          </a:p>
        </p:txBody>
      </p:sp>
      <p:sp>
        <p:nvSpPr>
          <p:cNvPr id="161" name="Text Placeholder 4"/>
          <p:cNvSpPr>
            <a:spLocks noGrp="1"/>
          </p:cNvSpPr>
          <p:nvPr>
            <p:ph type="body" sz="quarter" idx="26"/>
          </p:nvPr>
        </p:nvSpPr>
        <p:spPr>
          <a:xfrm>
            <a:off x="8049731" y="4191000"/>
            <a:ext cx="3456469" cy="682766"/>
          </a:xfrm>
          <a:prstGeom prst="rect">
            <a:avLst/>
          </a:prstGeom>
        </p:spPr>
        <p:txBody>
          <a:bodyPr anchor="b"/>
          <a:lstStyle/>
          <a:p>
            <a:pPr marL="0" indent="0">
              <a:buSzTx/>
              <a:buFontTx/>
              <a:buNone/>
              <a:defRPr sz="2400"/>
            </a:pPr>
            <a:endParaRPr/>
          </a:p>
        </p:txBody>
      </p:sp>
      <p:sp>
        <p:nvSpPr>
          <p:cNvPr id="162" name="Picture Placeholder 2"/>
          <p:cNvSpPr>
            <a:spLocks noGrp="1"/>
          </p:cNvSpPr>
          <p:nvPr>
            <p:ph type="pic" sz="quarter" idx="27"/>
          </p:nvPr>
        </p:nvSpPr>
        <p:spPr>
          <a:xfrm>
            <a:off x="8049855" y="2362200"/>
            <a:ext cx="3447879" cy="1524000"/>
          </a:xfrm>
          <a:prstGeom prst="rect">
            <a:avLst/>
          </a:prstGeom>
          <a:effectLst>
            <a:outerShdw blurRad="50800" dist="50800" dir="5400000" rotWithShape="0">
              <a:srgbClr val="000000">
                <a:alpha val="43000"/>
              </a:srgbClr>
            </a:outerShdw>
          </a:effectLst>
        </p:spPr>
        <p:txBody>
          <a:bodyPr lIns="91439" rIns="91439">
            <a:noAutofit/>
          </a:bodyPr>
          <a:lstStyle/>
          <a:p>
            <a:endParaRPr/>
          </a:p>
        </p:txBody>
      </p:sp>
      <p:sp>
        <p:nvSpPr>
          <p:cNvPr id="163" name="Text Placeholder 3"/>
          <p:cNvSpPr>
            <a:spLocks noGrp="1"/>
          </p:cNvSpPr>
          <p:nvPr>
            <p:ph type="body" sz="quarter" idx="28"/>
          </p:nvPr>
        </p:nvSpPr>
        <p:spPr>
          <a:xfrm>
            <a:off x="8049731" y="4873761"/>
            <a:ext cx="3452446" cy="1344922"/>
          </a:xfrm>
          <a:prstGeom prst="rect">
            <a:avLst/>
          </a:prstGeom>
        </p:spPr>
        <p:txBody>
          <a:bodyPr/>
          <a:lstStyle/>
          <a:p>
            <a:pPr marL="0" indent="0">
              <a:buSzTx/>
              <a:buFontTx/>
              <a:buNone/>
              <a:defRPr sz="1400"/>
            </a:pPr>
            <a:endParaRPr/>
          </a:p>
        </p:txBody>
      </p:sp>
      <p:sp>
        <p:nvSpPr>
          <p:cNvPr id="1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171" name="Title Text"/>
          <p:cNvSpPr txBox="1">
            <a:spLocks noGrp="1"/>
          </p:cNvSpPr>
          <p:nvPr>
            <p:ph type="title"/>
          </p:nvPr>
        </p:nvSpPr>
        <p:spPr>
          <a:xfrm>
            <a:off x="2895600" y="764373"/>
            <a:ext cx="8610600" cy="1293028"/>
          </a:xfrm>
          <a:prstGeom prst="rect">
            <a:avLst/>
          </a:prstGeom>
        </p:spPr>
        <p:txBody>
          <a:bodyPr/>
          <a:lstStyle/>
          <a:p>
            <a:r>
              <a:t>Title Text</a:t>
            </a:r>
          </a:p>
        </p:txBody>
      </p:sp>
      <p:sp>
        <p:nvSpPr>
          <p:cNvPr id="172" name="Body Level One…"/>
          <p:cNvSpPr txBox="1">
            <a:spLocks noGrp="1"/>
          </p:cNvSpPr>
          <p:nvPr>
            <p:ph type="body" idx="1"/>
          </p:nvPr>
        </p:nvSpPr>
        <p:spPr>
          <a:xfrm>
            <a:off x="685800" y="2194559"/>
            <a:ext cx="10820400" cy="4024125"/>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7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pic>
        <p:nvPicPr>
          <p:cNvPr id="180" name="Picture 7" descr="Picture 7"/>
          <p:cNvPicPr>
            <a:picLocks noChangeAspect="1"/>
          </p:cNvPicPr>
          <p:nvPr/>
        </p:nvPicPr>
        <p:blipFill>
          <a:blip r:embed="rId2"/>
          <a:stretch>
            <a:fillRect/>
          </a:stretch>
        </p:blipFill>
        <p:spPr>
          <a:xfrm>
            <a:off x="0" y="4375150"/>
            <a:ext cx="12192000" cy="2482850"/>
          </a:xfrm>
          <a:prstGeom prst="rect">
            <a:avLst/>
          </a:prstGeom>
          <a:ln w="12700">
            <a:miter lim="400000"/>
          </a:ln>
        </p:spPr>
      </p:pic>
      <p:sp>
        <p:nvSpPr>
          <p:cNvPr id="181" name="Title Text"/>
          <p:cNvSpPr txBox="1">
            <a:spLocks noGrp="1"/>
          </p:cNvSpPr>
          <p:nvPr>
            <p:ph type="title"/>
          </p:nvPr>
        </p:nvSpPr>
        <p:spPr>
          <a:xfrm>
            <a:off x="9448800" y="745066"/>
            <a:ext cx="2057400" cy="3903134"/>
          </a:xfrm>
          <a:prstGeom prst="rect">
            <a:avLst/>
          </a:prstGeom>
        </p:spPr>
        <p:txBody>
          <a:bodyPr/>
          <a:lstStyle>
            <a:lvl1pPr algn="l"/>
          </a:lstStyle>
          <a:p>
            <a:r>
              <a:t>Title Text</a:t>
            </a:r>
          </a:p>
        </p:txBody>
      </p:sp>
      <p:sp>
        <p:nvSpPr>
          <p:cNvPr id="182" name="Body Level One…"/>
          <p:cNvSpPr txBox="1">
            <a:spLocks noGrp="1"/>
          </p:cNvSpPr>
          <p:nvPr>
            <p:ph type="body" sz="half" idx="1"/>
          </p:nvPr>
        </p:nvSpPr>
        <p:spPr>
          <a:xfrm>
            <a:off x="1024465" y="745067"/>
            <a:ext cx="8204202" cy="390313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6" descr="Picture 6"/>
          <p:cNvPicPr>
            <a:picLocks noChangeAspect="1"/>
          </p:cNvPicPr>
          <p:nvPr/>
        </p:nvPicPr>
        <p:blipFill>
          <a:blip r:embed="rId17"/>
          <a:stretch>
            <a:fillRect/>
          </a:stretch>
        </p:blipFill>
        <p:spPr>
          <a:xfrm>
            <a:off x="0" y="0"/>
            <a:ext cx="12192000" cy="1441450"/>
          </a:xfrm>
          <a:prstGeom prst="rect">
            <a:avLst/>
          </a:prstGeom>
          <a:ln w="12700">
            <a:miter lim="400000"/>
          </a:ln>
        </p:spPr>
      </p:pic>
      <p:sp>
        <p:nvSpPr>
          <p:cNvPr id="3"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1261293" y="441642"/>
            <a:ext cx="244907" cy="243841"/>
          </a:xfrm>
          <a:prstGeom prst="rect">
            <a:avLst/>
          </a:prstGeom>
          <a:ln w="12700">
            <a:miter lim="400000"/>
          </a:ln>
        </p:spPr>
        <p:txBody>
          <a:bodyPr wrap="none" lIns="45719" rIns="45719" anchor="ctr">
            <a:spAutoFit/>
          </a:bodyPr>
          <a:lstStyle>
            <a:lvl1pPr algn="r">
              <a:defRPr sz="1000">
                <a:solidFill>
                  <a:srgbClr val="FFFFFF"/>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transition spd="med"/>
  <p:txStyles>
    <p:titleStyle>
      <a:lvl1pPr marL="0" marR="0" indent="0" algn="r" defTabSz="914400" rtl="0" latinLnBrk="0">
        <a:lnSpc>
          <a:spcPct val="90000"/>
        </a:lnSpc>
        <a:spcBef>
          <a:spcPts val="0"/>
        </a:spcBef>
        <a:spcAft>
          <a:spcPts val="0"/>
        </a:spcAft>
        <a:buClrTx/>
        <a:buSzTx/>
        <a:buFontTx/>
        <a:buNone/>
        <a:tabLst/>
        <a:defRPr sz="4000" b="0" i="0" u="none" strike="noStrike" cap="all" spc="0" baseline="0">
          <a:solidFill>
            <a:srgbClr val="FFFFFF"/>
          </a:solidFill>
          <a:uFillTx/>
          <a:latin typeface="Century Gothic"/>
          <a:ea typeface="Century Gothic"/>
          <a:cs typeface="Century Gothic"/>
          <a:sym typeface="Century Gothic"/>
        </a:defRPr>
      </a:lvl1pPr>
      <a:lvl2pPr marL="0" marR="0" indent="0" algn="r" defTabSz="914400" rtl="0" latinLnBrk="0">
        <a:lnSpc>
          <a:spcPct val="90000"/>
        </a:lnSpc>
        <a:spcBef>
          <a:spcPts val="0"/>
        </a:spcBef>
        <a:spcAft>
          <a:spcPts val="0"/>
        </a:spcAft>
        <a:buClrTx/>
        <a:buSzTx/>
        <a:buFontTx/>
        <a:buNone/>
        <a:tabLst/>
        <a:defRPr sz="4000" b="0" i="0" u="none" strike="noStrike" cap="all" spc="0" baseline="0">
          <a:solidFill>
            <a:srgbClr val="FFFFFF"/>
          </a:solidFill>
          <a:uFillTx/>
          <a:latin typeface="Century Gothic"/>
          <a:ea typeface="Century Gothic"/>
          <a:cs typeface="Century Gothic"/>
          <a:sym typeface="Century Gothic"/>
        </a:defRPr>
      </a:lvl2pPr>
      <a:lvl3pPr marL="0" marR="0" indent="0" algn="r" defTabSz="914400" rtl="0" latinLnBrk="0">
        <a:lnSpc>
          <a:spcPct val="90000"/>
        </a:lnSpc>
        <a:spcBef>
          <a:spcPts val="0"/>
        </a:spcBef>
        <a:spcAft>
          <a:spcPts val="0"/>
        </a:spcAft>
        <a:buClrTx/>
        <a:buSzTx/>
        <a:buFontTx/>
        <a:buNone/>
        <a:tabLst/>
        <a:defRPr sz="4000" b="0" i="0" u="none" strike="noStrike" cap="all" spc="0" baseline="0">
          <a:solidFill>
            <a:srgbClr val="FFFFFF"/>
          </a:solidFill>
          <a:uFillTx/>
          <a:latin typeface="Century Gothic"/>
          <a:ea typeface="Century Gothic"/>
          <a:cs typeface="Century Gothic"/>
          <a:sym typeface="Century Gothic"/>
        </a:defRPr>
      </a:lvl3pPr>
      <a:lvl4pPr marL="0" marR="0" indent="0" algn="r" defTabSz="914400" rtl="0" latinLnBrk="0">
        <a:lnSpc>
          <a:spcPct val="90000"/>
        </a:lnSpc>
        <a:spcBef>
          <a:spcPts val="0"/>
        </a:spcBef>
        <a:spcAft>
          <a:spcPts val="0"/>
        </a:spcAft>
        <a:buClrTx/>
        <a:buSzTx/>
        <a:buFontTx/>
        <a:buNone/>
        <a:tabLst/>
        <a:defRPr sz="4000" b="0" i="0" u="none" strike="noStrike" cap="all" spc="0" baseline="0">
          <a:solidFill>
            <a:srgbClr val="FFFFFF"/>
          </a:solidFill>
          <a:uFillTx/>
          <a:latin typeface="Century Gothic"/>
          <a:ea typeface="Century Gothic"/>
          <a:cs typeface="Century Gothic"/>
          <a:sym typeface="Century Gothic"/>
        </a:defRPr>
      </a:lvl4pPr>
      <a:lvl5pPr marL="0" marR="0" indent="0" algn="r" defTabSz="914400" rtl="0" latinLnBrk="0">
        <a:lnSpc>
          <a:spcPct val="90000"/>
        </a:lnSpc>
        <a:spcBef>
          <a:spcPts val="0"/>
        </a:spcBef>
        <a:spcAft>
          <a:spcPts val="0"/>
        </a:spcAft>
        <a:buClrTx/>
        <a:buSzTx/>
        <a:buFontTx/>
        <a:buNone/>
        <a:tabLst/>
        <a:defRPr sz="4000" b="0" i="0" u="none" strike="noStrike" cap="all" spc="0" baseline="0">
          <a:solidFill>
            <a:srgbClr val="FFFFFF"/>
          </a:solidFill>
          <a:uFillTx/>
          <a:latin typeface="Century Gothic"/>
          <a:ea typeface="Century Gothic"/>
          <a:cs typeface="Century Gothic"/>
          <a:sym typeface="Century Gothic"/>
        </a:defRPr>
      </a:lvl5pPr>
      <a:lvl6pPr marL="0" marR="0" indent="0" algn="r" defTabSz="914400" rtl="0" latinLnBrk="0">
        <a:lnSpc>
          <a:spcPct val="90000"/>
        </a:lnSpc>
        <a:spcBef>
          <a:spcPts val="0"/>
        </a:spcBef>
        <a:spcAft>
          <a:spcPts val="0"/>
        </a:spcAft>
        <a:buClrTx/>
        <a:buSzTx/>
        <a:buFontTx/>
        <a:buNone/>
        <a:tabLst/>
        <a:defRPr sz="4000" b="0" i="0" u="none" strike="noStrike" cap="all" spc="0" baseline="0">
          <a:solidFill>
            <a:srgbClr val="FFFFFF"/>
          </a:solidFill>
          <a:uFillTx/>
          <a:latin typeface="Century Gothic"/>
          <a:ea typeface="Century Gothic"/>
          <a:cs typeface="Century Gothic"/>
          <a:sym typeface="Century Gothic"/>
        </a:defRPr>
      </a:lvl6pPr>
      <a:lvl7pPr marL="0" marR="0" indent="0" algn="r" defTabSz="914400" rtl="0" latinLnBrk="0">
        <a:lnSpc>
          <a:spcPct val="90000"/>
        </a:lnSpc>
        <a:spcBef>
          <a:spcPts val="0"/>
        </a:spcBef>
        <a:spcAft>
          <a:spcPts val="0"/>
        </a:spcAft>
        <a:buClrTx/>
        <a:buSzTx/>
        <a:buFontTx/>
        <a:buNone/>
        <a:tabLst/>
        <a:defRPr sz="4000" b="0" i="0" u="none" strike="noStrike" cap="all" spc="0" baseline="0">
          <a:solidFill>
            <a:srgbClr val="FFFFFF"/>
          </a:solidFill>
          <a:uFillTx/>
          <a:latin typeface="Century Gothic"/>
          <a:ea typeface="Century Gothic"/>
          <a:cs typeface="Century Gothic"/>
          <a:sym typeface="Century Gothic"/>
        </a:defRPr>
      </a:lvl7pPr>
      <a:lvl8pPr marL="0" marR="0" indent="0" algn="r" defTabSz="914400" rtl="0" latinLnBrk="0">
        <a:lnSpc>
          <a:spcPct val="90000"/>
        </a:lnSpc>
        <a:spcBef>
          <a:spcPts val="0"/>
        </a:spcBef>
        <a:spcAft>
          <a:spcPts val="0"/>
        </a:spcAft>
        <a:buClrTx/>
        <a:buSzTx/>
        <a:buFontTx/>
        <a:buNone/>
        <a:tabLst/>
        <a:defRPr sz="4000" b="0" i="0" u="none" strike="noStrike" cap="all" spc="0" baseline="0">
          <a:solidFill>
            <a:srgbClr val="FFFFFF"/>
          </a:solidFill>
          <a:uFillTx/>
          <a:latin typeface="Century Gothic"/>
          <a:ea typeface="Century Gothic"/>
          <a:cs typeface="Century Gothic"/>
          <a:sym typeface="Century Gothic"/>
        </a:defRPr>
      </a:lvl8pPr>
      <a:lvl9pPr marL="0" marR="0" indent="0" algn="r" defTabSz="914400" rtl="0" latinLnBrk="0">
        <a:lnSpc>
          <a:spcPct val="90000"/>
        </a:lnSpc>
        <a:spcBef>
          <a:spcPts val="0"/>
        </a:spcBef>
        <a:spcAft>
          <a:spcPts val="0"/>
        </a:spcAft>
        <a:buClrTx/>
        <a:buSzTx/>
        <a:buFontTx/>
        <a:buNone/>
        <a:tabLst/>
        <a:defRPr sz="4000" b="0" i="0" u="none" strike="noStrike" cap="all" spc="0" baseline="0">
          <a:solidFill>
            <a:srgbClr val="FFFFFF"/>
          </a:solidFill>
          <a:uFillTx/>
          <a:latin typeface="Century Gothic"/>
          <a:ea typeface="Century Gothic"/>
          <a:cs typeface="Century Gothic"/>
          <a:sym typeface="Century Gothic"/>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1pPr>
      <a:lvl2pPr marL="708659" marR="0" indent="-251459"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2pPr>
      <a:lvl3pPr marL="1193800" marR="0" indent="-279400"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3pPr>
      <a:lvl4pPr marL="16859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4pPr>
      <a:lvl5pPr marL="21431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5pPr>
      <a:lvl6pPr marL="26003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6pPr>
      <a:lvl7pPr marL="30575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7pPr>
      <a:lvl8pPr marL="35147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8pPr>
      <a:lvl9pPr marL="39719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9pPr>
    </p:bodyStyle>
    <p:other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hyperlink" Target="https://creativecommons.org/licenses/by/3.0/" TargetMode="External"/><Relationship Id="rId5" Type="http://schemas.openxmlformats.org/officeDocument/2006/relationships/hyperlink" Target="https://ecampusontario.pressbooks.pub/neurosciencecdn/" TargetMode="Externa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hyperlink" Target="https://www.youtube.com/watch?v=nXnzqB-Y5T8" TargetMode="External"/><Relationship Id="rId2" Type="http://schemas.openxmlformats.org/officeDocument/2006/relationships/slideLayout" Target="../slideLayouts/slideLayout14.xml"/><Relationship Id="rId1" Type="http://schemas.openxmlformats.org/officeDocument/2006/relationships/video" Target="https://www.youtube.com/embed/nXnzqB-Y5T8?feature=oembed" TargetMode="Externa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4.xml"/><Relationship Id="rId1" Type="http://schemas.openxmlformats.org/officeDocument/2006/relationships/video" Target="https://www.youtube.com/embed/qp_sqMIOMcs?list=PLdzkGUygIR0fQKz6i1GUFjfRF_rku6Nn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hyperlink" Target="https://www.thymindoman.com/matter-is-spirit-moving-slowly-the-incarnation-of-spirit-energy-into-matter/" TargetMode="Externa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hyperlink" Target="https://en.wikipedia.org/wiki/Electric_current" TargetMode="Externa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69B29-833D-95EC-FDA3-CB2E52D24BB0}"/>
              </a:ext>
            </a:extLst>
          </p:cNvPr>
          <p:cNvSpPr>
            <a:spLocks noGrp="1"/>
          </p:cNvSpPr>
          <p:nvPr>
            <p:ph type="title"/>
          </p:nvPr>
        </p:nvSpPr>
        <p:spPr>
          <a:xfrm>
            <a:off x="2157046" y="0"/>
            <a:ext cx="9539654" cy="1401743"/>
          </a:xfrm>
        </p:spPr>
        <p:txBody>
          <a:bodyPr>
            <a:normAutofit/>
          </a:bodyPr>
          <a:lstStyle/>
          <a:p>
            <a:r>
              <a:rPr lang="en-CA" sz="3200" b="1"/>
              <a:t>Cognitive Neuroscience and religion</a:t>
            </a:r>
            <a:endParaRPr lang="en-US" sz="3200" b="1"/>
          </a:p>
        </p:txBody>
      </p:sp>
      <p:sp>
        <p:nvSpPr>
          <p:cNvPr id="3" name="Text Placeholder 2">
            <a:extLst>
              <a:ext uri="{FF2B5EF4-FFF2-40B4-BE49-F238E27FC236}">
                <a16:creationId xmlns:a16="http://schemas.microsoft.com/office/drawing/2014/main" id="{E3DDE63A-BABF-7DB3-8FBE-A8911B78038F}"/>
              </a:ext>
            </a:extLst>
          </p:cNvPr>
          <p:cNvSpPr>
            <a:spLocks noGrp="1"/>
          </p:cNvSpPr>
          <p:nvPr>
            <p:ph type="body" idx="1"/>
          </p:nvPr>
        </p:nvSpPr>
        <p:spPr>
          <a:xfrm>
            <a:off x="726831" y="1401742"/>
            <a:ext cx="6657642" cy="3572040"/>
          </a:xfrm>
        </p:spPr>
        <p:txBody>
          <a:bodyPr>
            <a:noAutofit/>
          </a:bodyPr>
          <a:lstStyle/>
          <a:p>
            <a:r>
              <a:rPr lang="en-US" sz="1800">
                <a:latin typeface="+mj-lt"/>
              </a:rPr>
              <a:t>People often see science as something that contradicts and contrasts with religion</a:t>
            </a:r>
          </a:p>
          <a:p>
            <a:pPr lvl="3"/>
            <a:r>
              <a:rPr lang="en-US" sz="1800">
                <a:latin typeface="+mj-lt"/>
              </a:rPr>
              <a:t>Science is about matter, and proving hypotheses.</a:t>
            </a:r>
          </a:p>
          <a:p>
            <a:pPr lvl="3"/>
            <a:r>
              <a:rPr lang="en-US" sz="1800">
                <a:latin typeface="+mj-lt"/>
              </a:rPr>
              <a:t>Religion is about spirit, and having faith.</a:t>
            </a:r>
          </a:p>
          <a:p>
            <a:r>
              <a:rPr lang="en-US" sz="1800">
                <a:latin typeface="+mj-lt"/>
              </a:rPr>
              <a:t>Cognitive scientists study how we come to understand the world.</a:t>
            </a:r>
          </a:p>
          <a:p>
            <a:r>
              <a:rPr lang="en-US" sz="1800">
                <a:latin typeface="+mj-lt"/>
              </a:rPr>
              <a:t>They say that our religious experiences are the result of material changes to our brains and seek to explain common:</a:t>
            </a:r>
          </a:p>
          <a:p>
            <a:pPr lvl="1"/>
            <a:r>
              <a:rPr lang="en-US" sz="1800">
                <a:latin typeface="+mj-lt"/>
              </a:rPr>
              <a:t>Belief in gods, ancestors, ghosts, demons (the god faculty, Richard Dawkins 2006)</a:t>
            </a:r>
          </a:p>
          <a:p>
            <a:pPr lvl="1"/>
            <a:r>
              <a:rPr lang="en-US" sz="1800">
                <a:latin typeface="+mj-lt"/>
              </a:rPr>
              <a:t>Rituals</a:t>
            </a:r>
          </a:p>
          <a:p>
            <a:pPr lvl="1"/>
            <a:r>
              <a:rPr lang="en-US" sz="1800">
                <a:latin typeface="+mj-lt"/>
              </a:rPr>
              <a:t>Near death experiences and other things</a:t>
            </a:r>
          </a:p>
          <a:p>
            <a:endParaRPr lang="en-US" sz="1800">
              <a:latin typeface="+mj-lt"/>
            </a:endParaRPr>
          </a:p>
          <a:p>
            <a:pPr lvl="1"/>
            <a:endParaRPr lang="en-US" sz="1800" b="1"/>
          </a:p>
        </p:txBody>
      </p:sp>
      <p:pic>
        <p:nvPicPr>
          <p:cNvPr id="5" name="Picture 4" descr="A black background with white text&#10;&#10;Description automatically generated">
            <a:extLst>
              <a:ext uri="{FF2B5EF4-FFF2-40B4-BE49-F238E27FC236}">
                <a16:creationId xmlns:a16="http://schemas.microsoft.com/office/drawing/2014/main" id="{71E8715D-BE0E-7F8F-E867-24B8DA899B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7600" y="5950285"/>
            <a:ext cx="2959100" cy="730250"/>
          </a:xfrm>
          <a:prstGeom prst="rect">
            <a:avLst/>
          </a:prstGeom>
        </p:spPr>
      </p:pic>
      <p:pic>
        <p:nvPicPr>
          <p:cNvPr id="6" name="Picture 5" descr="A book cover with a diagram of human brain&#10;&#10;Description automatically generated">
            <a:extLst>
              <a:ext uri="{FF2B5EF4-FFF2-40B4-BE49-F238E27FC236}">
                <a16:creationId xmlns:a16="http://schemas.microsoft.com/office/drawing/2014/main" id="{AAECEBAA-C628-27B6-F158-0CB15BB675C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120488" y="1758222"/>
            <a:ext cx="2914466" cy="3771662"/>
          </a:xfrm>
          <a:prstGeom prst="rect">
            <a:avLst/>
          </a:prstGeom>
        </p:spPr>
      </p:pic>
      <p:sp>
        <p:nvSpPr>
          <p:cNvPr id="7" name="TextBox 6">
            <a:extLst>
              <a:ext uri="{FF2B5EF4-FFF2-40B4-BE49-F238E27FC236}">
                <a16:creationId xmlns:a16="http://schemas.microsoft.com/office/drawing/2014/main" id="{2DD0FC6A-BE1B-BF07-71D8-8D17241E9631}"/>
              </a:ext>
            </a:extLst>
          </p:cNvPr>
          <p:cNvSpPr txBox="1"/>
          <p:nvPr/>
        </p:nvSpPr>
        <p:spPr>
          <a:xfrm>
            <a:off x="9471980" y="5593806"/>
            <a:ext cx="562974"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900">
                <a:hlinkClick r:id="rId5" tooltip="https://ecampusontario.pressbooks.pub/neurosciencecdn/"/>
              </a:rPr>
              <a:t>This Photo</a:t>
            </a:r>
            <a:r>
              <a:rPr lang="en-US" sz="900"/>
              <a:t> b Unknown Author is licensed under </a:t>
            </a:r>
            <a:r>
              <a:rPr lang="en-US" sz="900">
                <a:hlinkClick r:id="rId6" tooltip="https://creativecommons.org/licenses/by/3.0/"/>
              </a:rPr>
              <a:t>CC BY</a:t>
            </a:r>
            <a:endParaRPr lang="en-US" sz="900"/>
          </a:p>
        </p:txBody>
      </p:sp>
    </p:spTree>
    <p:extLst>
      <p:ext uri="{BB962C8B-B14F-4D97-AF65-F5344CB8AC3E}">
        <p14:creationId xmlns:p14="http://schemas.microsoft.com/office/powerpoint/2010/main" val="424230199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repeatCount="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0"/>
                                        <p:tgtEl>
                                          <p:spTgt spid="3">
                                            <p:txEl>
                                              <p:pRg st="0" end="0"/>
                                            </p:txEl>
                                          </p:spTgt>
                                        </p:tgtEl>
                                      </p:cBhvr>
                                    </p:animEffect>
                                  </p:childTnLst>
                                </p:cTn>
                              </p:par>
                            </p:childTnLst>
                          </p:cTn>
                        </p:par>
                        <p:par>
                          <p:cTn id="8" fill="hold">
                            <p:stCondLst>
                              <p:cond delay="5000"/>
                            </p:stCondLst>
                            <p:childTnLst>
                              <p:par>
                                <p:cTn id="9" presetID="10" presetClass="entr" presetSubtype="0" repeatCount="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0"/>
                                        <p:tgtEl>
                                          <p:spTgt spid="3">
                                            <p:txEl>
                                              <p:pRg st="1" end="1"/>
                                            </p:txEl>
                                          </p:spTgt>
                                        </p:tgtEl>
                                      </p:cBhvr>
                                    </p:animEffect>
                                  </p:childTnLst>
                                </p:cTn>
                              </p:par>
                            </p:childTnLst>
                          </p:cTn>
                        </p:par>
                        <p:par>
                          <p:cTn id="12" fill="hold">
                            <p:stCondLst>
                              <p:cond delay="10000"/>
                            </p:stCondLst>
                            <p:childTnLst>
                              <p:par>
                                <p:cTn id="13" presetID="10" presetClass="entr" presetSubtype="0" repeatCount="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0"/>
                                        <p:tgtEl>
                                          <p:spTgt spid="3">
                                            <p:txEl>
                                              <p:pRg st="2" end="2"/>
                                            </p:txEl>
                                          </p:spTgt>
                                        </p:tgtEl>
                                      </p:cBhvr>
                                    </p:animEffect>
                                  </p:childTnLst>
                                </p:cTn>
                              </p:par>
                            </p:childTnLst>
                          </p:cTn>
                        </p:par>
                        <p:par>
                          <p:cTn id="16" fill="hold">
                            <p:stCondLst>
                              <p:cond delay="15000"/>
                            </p:stCondLst>
                            <p:childTnLst>
                              <p:par>
                                <p:cTn id="17" presetID="10" presetClass="entr" presetSubtype="0" repeatCount="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0"/>
                                        <p:tgtEl>
                                          <p:spTgt spid="3">
                                            <p:txEl>
                                              <p:pRg st="3" end="3"/>
                                            </p:txEl>
                                          </p:spTgt>
                                        </p:tgtEl>
                                      </p:cBhvr>
                                    </p:animEffect>
                                  </p:childTnLst>
                                </p:cTn>
                              </p:par>
                            </p:childTnLst>
                          </p:cTn>
                        </p:par>
                        <p:par>
                          <p:cTn id="20" fill="hold">
                            <p:stCondLst>
                              <p:cond delay="20000"/>
                            </p:stCondLst>
                            <p:childTnLst>
                              <p:par>
                                <p:cTn id="21" presetID="10" presetClass="entr" presetSubtype="0" repeatCount="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0"/>
                                        <p:tgtEl>
                                          <p:spTgt spid="3">
                                            <p:txEl>
                                              <p:pRg st="4" end="4"/>
                                            </p:txEl>
                                          </p:spTgt>
                                        </p:tgtEl>
                                      </p:cBhvr>
                                    </p:animEffect>
                                  </p:childTnLst>
                                </p:cTn>
                              </p:par>
                            </p:childTnLst>
                          </p:cTn>
                        </p:par>
                        <p:par>
                          <p:cTn id="24" fill="hold">
                            <p:stCondLst>
                              <p:cond delay="25000"/>
                            </p:stCondLst>
                            <p:childTnLst>
                              <p:par>
                                <p:cTn id="25" presetID="10" presetClass="entr" presetSubtype="0" repeatCount="0"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0"/>
                                        <p:tgtEl>
                                          <p:spTgt spid="3">
                                            <p:txEl>
                                              <p:pRg st="5" end="5"/>
                                            </p:txEl>
                                          </p:spTgt>
                                        </p:tgtEl>
                                      </p:cBhvr>
                                    </p:animEffect>
                                  </p:childTnLst>
                                </p:cTn>
                              </p:par>
                            </p:childTnLst>
                          </p:cTn>
                        </p:par>
                        <p:par>
                          <p:cTn id="28" fill="hold">
                            <p:stCondLst>
                              <p:cond delay="30000"/>
                            </p:stCondLst>
                            <p:childTnLst>
                              <p:par>
                                <p:cTn id="29" presetID="10" presetClass="entr" presetSubtype="0" repeatCount="0" fill="hold"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0"/>
                                        <p:tgtEl>
                                          <p:spTgt spid="3">
                                            <p:txEl>
                                              <p:pRg st="6" end="6"/>
                                            </p:txEl>
                                          </p:spTgt>
                                        </p:tgtEl>
                                      </p:cBhvr>
                                    </p:animEffect>
                                  </p:childTnLst>
                                </p:cTn>
                              </p:par>
                            </p:childTnLst>
                          </p:cTn>
                        </p:par>
                        <p:par>
                          <p:cTn id="32" fill="hold">
                            <p:stCondLst>
                              <p:cond delay="35000"/>
                            </p:stCondLst>
                            <p:childTnLst>
                              <p:par>
                                <p:cTn id="33" presetID="10" presetClass="entr" presetSubtype="0" repeatCount="0" fill="hold"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69B29-833D-95EC-FDA3-CB2E52D24BB0}"/>
              </a:ext>
            </a:extLst>
          </p:cNvPr>
          <p:cNvSpPr>
            <a:spLocks noGrp="1"/>
          </p:cNvSpPr>
          <p:nvPr>
            <p:ph type="title"/>
          </p:nvPr>
        </p:nvSpPr>
        <p:spPr>
          <a:xfrm>
            <a:off x="1028700" y="261143"/>
            <a:ext cx="10820400" cy="1678578"/>
          </a:xfrm>
        </p:spPr>
        <p:txBody>
          <a:bodyPr/>
          <a:lstStyle/>
          <a:p>
            <a:r>
              <a:rPr lang="en-CA"/>
              <a:t>Ecstasy and Science: What is neurotheology?</a:t>
            </a:r>
            <a:endParaRPr lang="en-US"/>
          </a:p>
        </p:txBody>
      </p:sp>
      <p:sp>
        <p:nvSpPr>
          <p:cNvPr id="3" name="Text Placeholder 2">
            <a:extLst>
              <a:ext uri="{FF2B5EF4-FFF2-40B4-BE49-F238E27FC236}">
                <a16:creationId xmlns:a16="http://schemas.microsoft.com/office/drawing/2014/main" id="{E3DDE63A-BABF-7DB3-8FBE-A8911B78038F}"/>
              </a:ext>
            </a:extLst>
          </p:cNvPr>
          <p:cNvSpPr>
            <a:spLocks noGrp="1"/>
          </p:cNvSpPr>
          <p:nvPr>
            <p:ph type="body" idx="1"/>
          </p:nvPr>
        </p:nvSpPr>
        <p:spPr>
          <a:xfrm>
            <a:off x="342901" y="1383324"/>
            <a:ext cx="5753100" cy="5017476"/>
          </a:xfrm>
        </p:spPr>
        <p:txBody>
          <a:bodyPr>
            <a:normAutofit fontScale="92500" lnSpcReduction="20000"/>
          </a:bodyPr>
          <a:lstStyle/>
          <a:p>
            <a:r>
              <a:rPr lang="en-US" sz="2000"/>
              <a:t>What is neurotheology?:</a:t>
            </a:r>
          </a:p>
          <a:p>
            <a:pPr lvl="1"/>
            <a:r>
              <a:rPr lang="en-US" sz="2000"/>
              <a:t>Andrew Newberg defines it as:</a:t>
            </a:r>
            <a:endParaRPr lang="en-US" sz="2000" b="1"/>
          </a:p>
          <a:p>
            <a:pPr lvl="2"/>
            <a:r>
              <a:rPr lang="en-CA" sz="2000"/>
              <a:t>‘the field of study linking the neurosciences with religion and theology’ (p. 45) </a:t>
            </a:r>
          </a:p>
          <a:p>
            <a:pPr marL="914400" lvl="2" indent="0">
              <a:buNone/>
            </a:pPr>
            <a:r>
              <a:rPr lang="en-CA" sz="2000"/>
              <a:t>	Andrew B.  Newberg </a:t>
            </a:r>
            <a:r>
              <a:rPr lang="en-CA" sz="2000" i="1"/>
              <a:t>Principles of neurotheology</a:t>
            </a:r>
            <a:r>
              <a:rPr lang="en-CA" sz="2000"/>
              <a:t>. Routledge, 2016.</a:t>
            </a:r>
          </a:p>
          <a:p>
            <a:pPr marL="914400" lvl="2" indent="0">
              <a:buNone/>
            </a:pPr>
            <a:r>
              <a:rPr lang="en-US" sz="2000"/>
              <a:t>		</a:t>
            </a:r>
          </a:p>
          <a:p>
            <a:pPr lvl="3"/>
            <a:r>
              <a:rPr lang="en-US" sz="2000"/>
              <a:t>Neurotheology studies the impact of religion, and religious activity on the brain.</a:t>
            </a:r>
          </a:p>
          <a:p>
            <a:pPr lvl="4"/>
            <a:r>
              <a:rPr lang="en-US" sz="2000"/>
              <a:t>Explains something spiritual like religion using the scientific study of brain matter &amp; in particular the neurons of brain.</a:t>
            </a:r>
          </a:p>
          <a:p>
            <a:r>
              <a:rPr lang="en-US" sz="2000"/>
              <a:t>Reduces religious experiences like ecstasy to cause and effect.</a:t>
            </a:r>
            <a:endParaRPr lang="en-US" sz="2000" b="1"/>
          </a:p>
          <a:p>
            <a:pPr lvl="1"/>
            <a:endParaRPr lang="en-US" b="1"/>
          </a:p>
        </p:txBody>
      </p:sp>
      <p:sp>
        <p:nvSpPr>
          <p:cNvPr id="4" name="Subtitle 2">
            <a:extLst>
              <a:ext uri="{FF2B5EF4-FFF2-40B4-BE49-F238E27FC236}">
                <a16:creationId xmlns:a16="http://schemas.microsoft.com/office/drawing/2014/main" id="{03AA1351-01F6-4D32-B7D2-CD2F6773B141}"/>
              </a:ext>
            </a:extLst>
          </p:cNvPr>
          <p:cNvSpPr txBox="1">
            <a:spLocks/>
          </p:cNvSpPr>
          <p:nvPr/>
        </p:nvSpPr>
        <p:spPr>
          <a:xfrm>
            <a:off x="0" y="177464"/>
            <a:ext cx="3352799" cy="9237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1pPr>
            <a:lvl2pPr marL="708659" marR="0" indent="-251459"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2pPr>
            <a:lvl3pPr marL="1193800" marR="0" indent="-279400"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3pPr>
            <a:lvl4pPr marL="16859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4pPr>
            <a:lvl5pPr marL="21431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5pPr>
            <a:lvl6pPr marL="26003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6pPr>
            <a:lvl7pPr marL="30575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7pPr>
            <a:lvl8pPr marL="35147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8pPr>
            <a:lvl9pPr marL="3971925" marR="0" indent="-314325" algn="l" defTabSz="914400" rtl="0" latinLnBrk="0">
              <a:lnSpc>
                <a:spcPct val="90000"/>
              </a:lnSpc>
              <a:spcBef>
                <a:spcPts val="1000"/>
              </a:spcBef>
              <a:spcAft>
                <a:spcPts val="0"/>
              </a:spcAft>
              <a:buClrTx/>
              <a:buSzPct val="1000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9pPr>
          </a:lstStyle>
          <a:p>
            <a:pPr hangingPunct="1">
              <a:lnSpc>
                <a:spcPct val="72000"/>
              </a:lnSpc>
              <a:defRPr sz="1800"/>
            </a:pPr>
            <a:endParaRPr lang="en-CA" sz="1800"/>
          </a:p>
        </p:txBody>
      </p:sp>
      <p:pic>
        <p:nvPicPr>
          <p:cNvPr id="8" name="Picture 7" descr="A black background with white text&#10;&#10;Description automatically generated">
            <a:extLst>
              <a:ext uri="{FF2B5EF4-FFF2-40B4-BE49-F238E27FC236}">
                <a16:creationId xmlns:a16="http://schemas.microsoft.com/office/drawing/2014/main" id="{17854A63-2BFD-855D-8EDA-0D8459A074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34954" y="5953103"/>
            <a:ext cx="1814146" cy="447697"/>
          </a:xfrm>
          <a:prstGeom prst="rect">
            <a:avLst/>
          </a:prstGeom>
        </p:spPr>
      </p:pic>
      <p:pic>
        <p:nvPicPr>
          <p:cNvPr id="5" name="Picture 4">
            <a:extLst>
              <a:ext uri="{FF2B5EF4-FFF2-40B4-BE49-F238E27FC236}">
                <a16:creationId xmlns:a16="http://schemas.microsoft.com/office/drawing/2014/main" id="{0B0CA5CF-6FC4-0602-5F17-C0E405D25C17}"/>
              </a:ext>
            </a:extLst>
          </p:cNvPr>
          <p:cNvPicPr>
            <a:picLocks noChangeAspect="1"/>
          </p:cNvPicPr>
          <p:nvPr/>
        </p:nvPicPr>
        <p:blipFill>
          <a:blip r:embed="rId5"/>
          <a:stretch>
            <a:fillRect/>
          </a:stretch>
        </p:blipFill>
        <p:spPr>
          <a:xfrm>
            <a:off x="9514406" y="2162908"/>
            <a:ext cx="2517867" cy="1678578"/>
          </a:xfrm>
          <a:prstGeom prst="rect">
            <a:avLst/>
          </a:prstGeom>
        </p:spPr>
      </p:pic>
      <p:sp>
        <p:nvSpPr>
          <p:cNvPr id="7" name="TextBox 6">
            <a:extLst>
              <a:ext uri="{FF2B5EF4-FFF2-40B4-BE49-F238E27FC236}">
                <a16:creationId xmlns:a16="http://schemas.microsoft.com/office/drawing/2014/main" id="{9E681668-D443-E03F-810D-27CF50938149}"/>
              </a:ext>
            </a:extLst>
          </p:cNvPr>
          <p:cNvSpPr txBox="1"/>
          <p:nvPr/>
        </p:nvSpPr>
        <p:spPr>
          <a:xfrm>
            <a:off x="9226062" y="3904096"/>
            <a:ext cx="3780692"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CA" sz="1600">
                <a:solidFill>
                  <a:schemeClr val="tx2">
                    <a:lumMod val="20000"/>
                    <a:lumOff val="80000"/>
                  </a:schemeClr>
                </a:solidFill>
              </a:rPr>
              <a:t>Hal Gatewood, Unsplash</a:t>
            </a:r>
            <a:endParaRPr lang="en-US" sz="1600">
              <a:solidFill>
                <a:schemeClr val="tx2">
                  <a:lumMod val="20000"/>
                  <a:lumOff val="80000"/>
                </a:schemeClr>
              </a:solidFill>
            </a:endParaRPr>
          </a:p>
        </p:txBody>
      </p:sp>
      <p:pic>
        <p:nvPicPr>
          <p:cNvPr id="6" name="Online Media 5" descr="Andrew Newberg, MD - Neurotheology: How Science Can Enlighten Us About Spirituality">
            <a:hlinkClick r:id="" action="ppaction://media"/>
            <a:extLst>
              <a:ext uri="{FF2B5EF4-FFF2-40B4-BE49-F238E27FC236}">
                <a16:creationId xmlns:a16="http://schemas.microsoft.com/office/drawing/2014/main" id="{5EAB98F3-31F1-9A06-7C21-1070B9EC810C}"/>
              </a:ext>
            </a:extLst>
          </p:cNvPr>
          <p:cNvPicPr>
            <a:picLocks noRot="1" noChangeAspect="1"/>
          </p:cNvPicPr>
          <p:nvPr>
            <a:videoFile r:link="rId1"/>
          </p:nvPr>
        </p:nvPicPr>
        <p:blipFill>
          <a:blip r:embed="rId6"/>
          <a:stretch>
            <a:fillRect/>
          </a:stretch>
        </p:blipFill>
        <p:spPr>
          <a:xfrm>
            <a:off x="6535203" y="3307664"/>
            <a:ext cx="2540000" cy="1435100"/>
          </a:xfrm>
          <a:prstGeom prst="rect">
            <a:avLst/>
          </a:prstGeom>
        </p:spPr>
      </p:pic>
      <p:sp>
        <p:nvSpPr>
          <p:cNvPr id="9" name="TextBox 8">
            <a:extLst>
              <a:ext uri="{FF2B5EF4-FFF2-40B4-BE49-F238E27FC236}">
                <a16:creationId xmlns:a16="http://schemas.microsoft.com/office/drawing/2014/main" id="{07CE20CC-0854-791B-8748-A824154281D1}"/>
              </a:ext>
            </a:extLst>
          </p:cNvPr>
          <p:cNvSpPr txBox="1"/>
          <p:nvPr/>
        </p:nvSpPr>
        <p:spPr>
          <a:xfrm>
            <a:off x="6535203" y="4805374"/>
            <a:ext cx="3499751" cy="2031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a:r>
              <a:rPr lang="en-CA" b="1" i="0" u="none" strike="noStrike">
                <a:solidFill>
                  <a:schemeClr val="tx2">
                    <a:lumMod val="20000"/>
                    <a:lumOff val="80000"/>
                  </a:schemeClr>
                </a:solidFill>
                <a:effectLst/>
                <a:latin typeface="Roboto" panose="02000000000000000000" pitchFamily="2" charset="0"/>
                <a:hlinkClick r:id="rId7"/>
              </a:rPr>
              <a:t>https://www.youtube.com/watch?v=nXnzqB-Y5T8</a:t>
            </a:r>
            <a:r>
              <a:rPr lang="en-CA" b="1" i="0" u="none" strike="noStrike">
                <a:solidFill>
                  <a:schemeClr val="tx2">
                    <a:lumMod val="20000"/>
                    <a:lumOff val="80000"/>
                  </a:schemeClr>
                </a:solidFill>
                <a:effectLst/>
                <a:latin typeface="Roboto" panose="02000000000000000000" pitchFamily="2" charset="0"/>
              </a:rPr>
              <a:t>. Andrew Newberg, MD - Neurotheology: How Science Can Enlighten Us About Spirituality 3 mins</a:t>
            </a:r>
          </a:p>
          <a:p>
            <a:br>
              <a:rPr lang="en-CA">
                <a:solidFill>
                  <a:schemeClr val="tx2">
                    <a:lumMod val="20000"/>
                    <a:lumOff val="80000"/>
                  </a:schemeClr>
                </a:solidFill>
              </a:rPr>
            </a:br>
            <a:endParaRPr kumimoji="0" lang="en-US" sz="1800" b="0" i="0" u="none" strike="noStrike" cap="none" spc="0" normalizeH="0" baseline="0">
              <a:ln>
                <a:noFill/>
              </a:ln>
              <a:solidFill>
                <a:schemeClr val="tx2">
                  <a:lumMod val="20000"/>
                  <a:lumOff val="80000"/>
                </a:schemeClr>
              </a:solidFill>
              <a:effectLst/>
              <a:uFillTx/>
              <a:latin typeface="Century Gothic"/>
              <a:ea typeface="Century Gothic"/>
              <a:cs typeface="Century Gothic"/>
              <a:sym typeface="Century Gothic"/>
            </a:endParaRPr>
          </a:p>
        </p:txBody>
      </p:sp>
    </p:spTree>
    <p:extLst>
      <p:ext uri="{BB962C8B-B14F-4D97-AF65-F5344CB8AC3E}">
        <p14:creationId xmlns:p14="http://schemas.microsoft.com/office/powerpoint/2010/main" val="401475961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repeatCount="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3000"/>
                                        <p:tgtEl>
                                          <p:spTgt spid="3">
                                            <p:txEl>
                                              <p:pRg st="0" end="0"/>
                                            </p:txEl>
                                          </p:spTgt>
                                        </p:tgtEl>
                                      </p:cBhvr>
                                    </p:animEffect>
                                  </p:childTnLst>
                                </p:cTn>
                              </p:par>
                            </p:childTnLst>
                          </p:cTn>
                        </p:par>
                        <p:par>
                          <p:cTn id="8" fill="hold">
                            <p:stCondLst>
                              <p:cond delay="3000"/>
                            </p:stCondLst>
                            <p:childTnLst>
                              <p:par>
                                <p:cTn id="9" presetID="10" presetClass="entr" presetSubtype="0" repeatCount="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0"/>
                                        <p:tgtEl>
                                          <p:spTgt spid="3">
                                            <p:txEl>
                                              <p:pRg st="1" end="1"/>
                                            </p:txEl>
                                          </p:spTgt>
                                        </p:tgtEl>
                                      </p:cBhvr>
                                    </p:animEffect>
                                  </p:childTnLst>
                                </p:cTn>
                              </p:par>
                            </p:childTnLst>
                          </p:cTn>
                        </p:par>
                        <p:par>
                          <p:cTn id="12" fill="hold">
                            <p:stCondLst>
                              <p:cond delay="8000"/>
                            </p:stCondLst>
                            <p:childTnLst>
                              <p:par>
                                <p:cTn id="13" presetID="10" presetClass="entr" presetSubtype="0" repeatCount="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0"/>
                                        <p:tgtEl>
                                          <p:spTgt spid="3">
                                            <p:txEl>
                                              <p:pRg st="2" end="2"/>
                                            </p:txEl>
                                          </p:spTgt>
                                        </p:tgtEl>
                                      </p:cBhvr>
                                    </p:animEffect>
                                  </p:childTnLst>
                                </p:cTn>
                              </p:par>
                            </p:childTnLst>
                          </p:cTn>
                        </p:par>
                        <p:par>
                          <p:cTn id="16" fill="hold">
                            <p:stCondLst>
                              <p:cond delay="13000"/>
                            </p:stCondLst>
                            <p:childTnLst>
                              <p:par>
                                <p:cTn id="17" presetID="10" presetClass="entr" presetSubtype="0" repeatCount="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0"/>
                                        <p:tgtEl>
                                          <p:spTgt spid="3">
                                            <p:txEl>
                                              <p:pRg st="3" end="3"/>
                                            </p:txEl>
                                          </p:spTgt>
                                        </p:tgtEl>
                                      </p:cBhvr>
                                    </p:animEffect>
                                  </p:childTnLst>
                                </p:cTn>
                              </p:par>
                            </p:childTnLst>
                          </p:cTn>
                        </p:par>
                        <p:par>
                          <p:cTn id="20" fill="hold">
                            <p:stCondLst>
                              <p:cond delay="18000"/>
                            </p:stCondLst>
                            <p:childTnLst>
                              <p:par>
                                <p:cTn id="21" presetID="10" presetClass="entr" presetSubtype="0" repeatCount="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0"/>
                                        <p:tgtEl>
                                          <p:spTgt spid="3">
                                            <p:txEl>
                                              <p:pRg st="4" end="4"/>
                                            </p:txEl>
                                          </p:spTgt>
                                        </p:tgtEl>
                                      </p:cBhvr>
                                    </p:animEffect>
                                  </p:childTnLst>
                                </p:cTn>
                              </p:par>
                            </p:childTnLst>
                          </p:cTn>
                        </p:par>
                        <p:par>
                          <p:cTn id="24" fill="hold">
                            <p:stCondLst>
                              <p:cond delay="23000"/>
                            </p:stCondLst>
                            <p:childTnLst>
                              <p:par>
                                <p:cTn id="25" presetID="10" presetClass="entr" presetSubtype="0" repeatCount="0"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0"/>
                                        <p:tgtEl>
                                          <p:spTgt spid="3">
                                            <p:txEl>
                                              <p:pRg st="5" end="5"/>
                                            </p:txEl>
                                          </p:spTgt>
                                        </p:tgtEl>
                                      </p:cBhvr>
                                    </p:animEffect>
                                  </p:childTnLst>
                                </p:cTn>
                              </p:par>
                            </p:childTnLst>
                          </p:cTn>
                        </p:par>
                        <p:par>
                          <p:cTn id="28" fill="hold">
                            <p:stCondLst>
                              <p:cond delay="28000"/>
                            </p:stCondLst>
                            <p:childTnLst>
                              <p:par>
                                <p:cTn id="29" presetID="10" presetClass="entr" presetSubtype="0" repeatCount="0" fill="hold"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0"/>
                                        <p:tgtEl>
                                          <p:spTgt spid="3">
                                            <p:txEl>
                                              <p:pRg st="6" end="6"/>
                                            </p:txEl>
                                          </p:spTgt>
                                        </p:tgtEl>
                                      </p:cBhvr>
                                    </p:animEffect>
                                  </p:childTnLst>
                                </p:cTn>
                              </p:par>
                            </p:childTnLst>
                          </p:cTn>
                        </p:par>
                        <p:par>
                          <p:cTn id="32" fill="hold">
                            <p:stCondLst>
                              <p:cond delay="33000"/>
                            </p:stCondLst>
                            <p:childTnLst>
                              <p:par>
                                <p:cTn id="33" presetID="10" presetClass="entr" presetSubtype="0" repeatCount="0" fill="remove"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mediacall" presetSubtype="0" fill="hold" nodeType="clickEffect">
                                  <p:stCondLst>
                                    <p:cond delay="0"/>
                                  </p:stCondLst>
                                  <p:childTnLst>
                                    <p:cmd type="call" cmd="playFrom(0.0)">
                                      <p:cBhvr>
                                        <p:cTn id="39"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40" fill="hold" display="0">
                  <p:stCondLst>
                    <p:cond delay="indefinite"/>
                  </p:stCondLst>
                </p:cTn>
                <p:tgtEl>
                  <p:spTgt spid="6"/>
                </p:tgtEl>
              </p:cMediaNode>
            </p:video>
            <p:seq concurrent="1" nextAc="seek">
              <p:cTn id="41" restart="whenNotActive" fill="hold" evtFilter="cancelBubble" nodeType="interactiveSeq">
                <p:stCondLst>
                  <p:cond evt="onClick" delay="0">
                    <p:tgtEl>
                      <p:spTgt spid="6"/>
                    </p:tgtEl>
                  </p:cond>
                </p:stCondLst>
                <p:endSync evt="end" delay="0">
                  <p:rtn val="all"/>
                </p:endSync>
                <p:childTnLst>
                  <p:par>
                    <p:cTn id="42" fill="hold">
                      <p:stCondLst>
                        <p:cond delay="0"/>
                      </p:stCondLst>
                      <p:childTnLst>
                        <p:par>
                          <p:cTn id="43" fill="hold">
                            <p:stCondLst>
                              <p:cond delay="0"/>
                            </p:stCondLst>
                            <p:childTnLst>
                              <p:par>
                                <p:cTn id="44" presetID="2" presetClass="mediacall" presetSubtype="0" fill="hold" nodeType="clickEffect">
                                  <p:stCondLst>
                                    <p:cond delay="0"/>
                                  </p:stCondLst>
                                  <p:childTnLst>
                                    <p:cmd type="call" cmd="togglePause">
                                      <p:cBhvr>
                                        <p:cTn id="45"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391DA-45F0-279B-D425-5EF4CA4E9F95}"/>
              </a:ext>
            </a:extLst>
          </p:cNvPr>
          <p:cNvSpPr>
            <a:spLocks noGrp="1"/>
          </p:cNvSpPr>
          <p:nvPr>
            <p:ph type="title"/>
          </p:nvPr>
        </p:nvSpPr>
        <p:spPr>
          <a:xfrm>
            <a:off x="1512455" y="693714"/>
            <a:ext cx="8610600" cy="1293028"/>
          </a:xfrm>
        </p:spPr>
        <p:txBody>
          <a:bodyPr>
            <a:normAutofit/>
          </a:bodyPr>
          <a:lstStyle/>
          <a:p>
            <a:r>
              <a:rPr lang="en-US" sz="2400"/>
              <a:t>Does ecstasy change your brain?</a:t>
            </a:r>
          </a:p>
        </p:txBody>
      </p:sp>
      <p:sp>
        <p:nvSpPr>
          <p:cNvPr id="3" name="Text Placeholder 2">
            <a:extLst>
              <a:ext uri="{FF2B5EF4-FFF2-40B4-BE49-F238E27FC236}">
                <a16:creationId xmlns:a16="http://schemas.microsoft.com/office/drawing/2014/main" id="{00EB8E83-B1B3-F4E1-8E82-0AA64B43CDB5}"/>
              </a:ext>
            </a:extLst>
          </p:cNvPr>
          <p:cNvSpPr>
            <a:spLocks noGrp="1"/>
          </p:cNvSpPr>
          <p:nvPr>
            <p:ph type="body" idx="1"/>
          </p:nvPr>
        </p:nvSpPr>
        <p:spPr>
          <a:xfrm>
            <a:off x="96982" y="1579419"/>
            <a:ext cx="11409218" cy="4639266"/>
          </a:xfrm>
        </p:spPr>
        <p:txBody>
          <a:bodyPr/>
          <a:lstStyle/>
          <a:p>
            <a:r>
              <a:rPr lang="en-CA" b="1"/>
              <a:t>How God Changes the Brain! Neuroscience of Prayer, Spirituality and Meditation! Dr. Andrew Newberg (1 hour) https://www.youtube.com/watch?v=qp_sqMIOMcs&amp;list=PLdzkGUygIR0fQKz6i1GUFjfRF_rku6Nnf</a:t>
            </a:r>
          </a:p>
          <a:p>
            <a:pPr marL="0" indent="0">
              <a:buNone/>
            </a:pPr>
            <a:endParaRPr lang="en-US"/>
          </a:p>
          <a:p>
            <a:endParaRPr lang="en-US"/>
          </a:p>
        </p:txBody>
      </p:sp>
      <p:pic>
        <p:nvPicPr>
          <p:cNvPr id="4" name="Online Media 3" descr="How God Changes the Brain! Neuroscience of Prayer, Spirituality and Meditation! Dr. Andrew Newberg">
            <a:hlinkClick r:id="" action="ppaction://media"/>
            <a:extLst>
              <a:ext uri="{FF2B5EF4-FFF2-40B4-BE49-F238E27FC236}">
                <a16:creationId xmlns:a16="http://schemas.microsoft.com/office/drawing/2014/main" id="{FF0A725F-AE07-1BB1-2397-24867959E902}"/>
              </a:ext>
            </a:extLst>
          </p:cNvPr>
          <p:cNvPicPr>
            <a:picLocks noRot="1" noChangeAspect="1"/>
          </p:cNvPicPr>
          <p:nvPr>
            <a:videoFile r:link="rId1"/>
          </p:nvPr>
        </p:nvPicPr>
        <p:blipFill>
          <a:blip r:embed="rId3"/>
          <a:stretch>
            <a:fillRect/>
          </a:stretch>
        </p:blipFill>
        <p:spPr>
          <a:xfrm>
            <a:off x="4128655" y="2969005"/>
            <a:ext cx="5994400" cy="3386837"/>
          </a:xfrm>
          <a:prstGeom prst="rect">
            <a:avLst/>
          </a:prstGeom>
        </p:spPr>
      </p:pic>
    </p:spTree>
    <p:extLst>
      <p:ext uri="{BB962C8B-B14F-4D97-AF65-F5344CB8AC3E}">
        <p14:creationId xmlns:p14="http://schemas.microsoft.com/office/powerpoint/2010/main" val="60760433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69B29-833D-95EC-FDA3-CB2E52D24BB0}"/>
              </a:ext>
            </a:extLst>
          </p:cNvPr>
          <p:cNvSpPr>
            <a:spLocks noGrp="1"/>
          </p:cNvSpPr>
          <p:nvPr>
            <p:ph type="title"/>
          </p:nvPr>
        </p:nvSpPr>
        <p:spPr>
          <a:xfrm>
            <a:off x="2157046" y="0"/>
            <a:ext cx="9539654" cy="1401743"/>
          </a:xfrm>
        </p:spPr>
        <p:txBody>
          <a:bodyPr>
            <a:normAutofit/>
          </a:bodyPr>
          <a:lstStyle/>
          <a:p>
            <a:r>
              <a:rPr lang="en-CA" sz="2400" b="1"/>
              <a:t>Religion is about spirit not matter/or spirit and matter</a:t>
            </a:r>
            <a:endParaRPr lang="en-US" sz="2400" b="1"/>
          </a:p>
        </p:txBody>
      </p:sp>
      <p:sp>
        <p:nvSpPr>
          <p:cNvPr id="3" name="Text Placeholder 2">
            <a:extLst>
              <a:ext uri="{FF2B5EF4-FFF2-40B4-BE49-F238E27FC236}">
                <a16:creationId xmlns:a16="http://schemas.microsoft.com/office/drawing/2014/main" id="{E3DDE63A-BABF-7DB3-8FBE-A8911B78038F}"/>
              </a:ext>
            </a:extLst>
          </p:cNvPr>
          <p:cNvSpPr>
            <a:spLocks noGrp="1"/>
          </p:cNvSpPr>
          <p:nvPr>
            <p:ph type="body" idx="1"/>
          </p:nvPr>
        </p:nvSpPr>
        <p:spPr>
          <a:xfrm>
            <a:off x="6287971" y="1317866"/>
            <a:ext cx="5603136" cy="6040146"/>
          </a:xfrm>
        </p:spPr>
        <p:txBody>
          <a:bodyPr>
            <a:noAutofit/>
          </a:bodyPr>
          <a:lstStyle/>
          <a:p>
            <a:r>
              <a:rPr lang="en-US" sz="1600">
                <a:latin typeface="+mj-lt"/>
              </a:rPr>
              <a:t>People who experience ecstasy in religious contexts focus on spirit not matter</a:t>
            </a:r>
          </a:p>
          <a:p>
            <a:pPr lvl="3"/>
            <a:r>
              <a:rPr lang="en-US" sz="1600">
                <a:latin typeface="+mj-lt"/>
              </a:rPr>
              <a:t>They don’t necessarily need proof and material evidence of supernatural beings</a:t>
            </a:r>
          </a:p>
          <a:p>
            <a:pPr lvl="4"/>
            <a:r>
              <a:rPr lang="en-US" sz="1600">
                <a:latin typeface="+mj-lt"/>
              </a:rPr>
              <a:t>That being said some religious groups do focus on the importance of miracles</a:t>
            </a:r>
          </a:p>
          <a:p>
            <a:pPr lvl="5"/>
            <a:r>
              <a:rPr lang="en-US" sz="1600">
                <a:latin typeface="+mj-lt"/>
              </a:rPr>
              <a:t>These miracles show people who prayed for healing, to be healed and those who prayed for a sign receiving it.</a:t>
            </a:r>
          </a:p>
          <a:p>
            <a:pPr lvl="1"/>
            <a:r>
              <a:rPr lang="en-US" sz="1600">
                <a:latin typeface="+mj-lt"/>
              </a:rPr>
              <a:t>Cognitive scientists prioritize material evidence over spiritual belief (without proof).</a:t>
            </a:r>
          </a:p>
          <a:p>
            <a:pPr lvl="2"/>
            <a:r>
              <a:rPr lang="en-US" sz="1600">
                <a:latin typeface="+mj-lt"/>
              </a:rPr>
              <a:t>The film Mystical Brain investigates the transformed brains of Carmelite nuns while they experience religious ecstasy</a:t>
            </a:r>
          </a:p>
          <a:p>
            <a:pPr lvl="3"/>
            <a:r>
              <a:rPr lang="en-US" sz="1600">
                <a:latin typeface="+mj-lt"/>
              </a:rPr>
              <a:t>Subjective account of experience</a:t>
            </a:r>
          </a:p>
          <a:p>
            <a:pPr marL="457200" lvl="1" indent="0">
              <a:buNone/>
            </a:pPr>
            <a:endParaRPr lang="en-US" sz="1600" b="1"/>
          </a:p>
        </p:txBody>
      </p:sp>
      <p:pic>
        <p:nvPicPr>
          <p:cNvPr id="5" name="Picture 4" descr="A black background with white text&#10;&#10;Description automatically generated">
            <a:extLst>
              <a:ext uri="{FF2B5EF4-FFF2-40B4-BE49-F238E27FC236}">
                <a16:creationId xmlns:a16="http://schemas.microsoft.com/office/drawing/2014/main" id="{71E8715D-BE0E-7F8F-E867-24B8DA899B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7600" y="5950285"/>
            <a:ext cx="2959100" cy="730250"/>
          </a:xfrm>
          <a:prstGeom prst="rect">
            <a:avLst/>
          </a:prstGeom>
        </p:spPr>
      </p:pic>
      <p:pic>
        <p:nvPicPr>
          <p:cNvPr id="8" name="Picture 7" descr="Sun shining through the trees&#10;&#10;Description automatically generated">
            <a:extLst>
              <a:ext uri="{FF2B5EF4-FFF2-40B4-BE49-F238E27FC236}">
                <a16:creationId xmlns:a16="http://schemas.microsoft.com/office/drawing/2014/main" id="{8012AA20-9995-751D-1711-194F4204C3F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65630" y="1317866"/>
            <a:ext cx="5338401" cy="3558934"/>
          </a:xfrm>
          <a:prstGeom prst="rect">
            <a:avLst/>
          </a:prstGeom>
        </p:spPr>
      </p:pic>
    </p:spTree>
    <p:extLst>
      <p:ext uri="{BB962C8B-B14F-4D97-AF65-F5344CB8AC3E}">
        <p14:creationId xmlns:p14="http://schemas.microsoft.com/office/powerpoint/2010/main" val="12316132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0"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0"/>
                                        <p:tgtEl>
                                          <p:spTgt spid="3">
                                            <p:txEl>
                                              <p:pRg st="1" end="1"/>
                                            </p:txEl>
                                          </p:spTgt>
                                        </p:tgtEl>
                                      </p:cBhvr>
                                    </p:animEffect>
                                  </p:childTnLst>
                                </p:cTn>
                              </p:par>
                            </p:childTnLst>
                          </p:cTn>
                        </p:par>
                        <p:par>
                          <p:cTn id="8" fill="hold">
                            <p:stCondLst>
                              <p:cond delay="5000"/>
                            </p:stCondLst>
                            <p:childTnLst>
                              <p:par>
                                <p:cTn id="9" presetID="10" presetClass="entr" presetSubtype="0" repeatCount="0"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0"/>
                                        <p:tgtEl>
                                          <p:spTgt spid="3">
                                            <p:txEl>
                                              <p:pRg st="0" end="0"/>
                                            </p:txEl>
                                          </p:spTgt>
                                        </p:tgtEl>
                                      </p:cBhvr>
                                    </p:animEffect>
                                  </p:childTnLst>
                                </p:cTn>
                              </p:par>
                            </p:childTnLst>
                          </p:cTn>
                        </p:par>
                        <p:par>
                          <p:cTn id="12" fill="hold">
                            <p:stCondLst>
                              <p:cond delay="10000"/>
                            </p:stCondLst>
                            <p:childTnLst>
                              <p:par>
                                <p:cTn id="13" presetID="10" presetClass="entr" presetSubtype="0" repeatCount="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0"/>
                                        <p:tgtEl>
                                          <p:spTgt spid="3">
                                            <p:txEl>
                                              <p:pRg st="2" end="2"/>
                                            </p:txEl>
                                          </p:spTgt>
                                        </p:tgtEl>
                                      </p:cBhvr>
                                    </p:animEffect>
                                  </p:childTnLst>
                                </p:cTn>
                              </p:par>
                            </p:childTnLst>
                          </p:cTn>
                        </p:par>
                        <p:par>
                          <p:cTn id="16" fill="hold">
                            <p:stCondLst>
                              <p:cond delay="15000"/>
                            </p:stCondLst>
                            <p:childTnLst>
                              <p:par>
                                <p:cTn id="17" presetID="10" presetClass="entr" presetSubtype="0" repeatCount="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69B29-833D-95EC-FDA3-CB2E52D24BB0}"/>
              </a:ext>
            </a:extLst>
          </p:cNvPr>
          <p:cNvSpPr>
            <a:spLocks noGrp="1"/>
          </p:cNvSpPr>
          <p:nvPr>
            <p:ph type="title"/>
          </p:nvPr>
        </p:nvSpPr>
        <p:spPr>
          <a:xfrm>
            <a:off x="2157046" y="0"/>
            <a:ext cx="9539654" cy="1401743"/>
          </a:xfrm>
        </p:spPr>
        <p:txBody>
          <a:bodyPr>
            <a:normAutofit/>
          </a:bodyPr>
          <a:lstStyle/>
          <a:p>
            <a:r>
              <a:rPr lang="en-CA" sz="3200" b="1"/>
              <a:t>Reflection questions</a:t>
            </a:r>
            <a:endParaRPr lang="en-US" sz="3200" b="1"/>
          </a:p>
        </p:txBody>
      </p:sp>
      <p:sp>
        <p:nvSpPr>
          <p:cNvPr id="3" name="Text Placeholder 2">
            <a:extLst>
              <a:ext uri="{FF2B5EF4-FFF2-40B4-BE49-F238E27FC236}">
                <a16:creationId xmlns:a16="http://schemas.microsoft.com/office/drawing/2014/main" id="{E3DDE63A-BABF-7DB3-8FBE-A8911B78038F}"/>
              </a:ext>
            </a:extLst>
          </p:cNvPr>
          <p:cNvSpPr>
            <a:spLocks noGrp="1"/>
          </p:cNvSpPr>
          <p:nvPr>
            <p:ph type="body" idx="1"/>
          </p:nvPr>
        </p:nvSpPr>
        <p:spPr>
          <a:xfrm>
            <a:off x="247650" y="1401742"/>
            <a:ext cx="11709888" cy="5278793"/>
          </a:xfrm>
        </p:spPr>
        <p:txBody>
          <a:bodyPr>
            <a:noAutofit/>
          </a:bodyPr>
          <a:lstStyle/>
          <a:p>
            <a:r>
              <a:rPr lang="en-US" sz="2800">
                <a:latin typeface="+mj-lt"/>
              </a:rPr>
              <a:t>Is Neuroscience anti-religion?</a:t>
            </a:r>
            <a:br>
              <a:rPr lang="en-US" sz="2800">
                <a:latin typeface="+mj-lt"/>
              </a:rPr>
            </a:br>
            <a:endParaRPr lang="en-US" sz="2800">
              <a:latin typeface="+mj-lt"/>
            </a:endParaRPr>
          </a:p>
          <a:p>
            <a:r>
              <a:rPr lang="en-US" sz="2800">
                <a:latin typeface="+mj-lt"/>
              </a:rPr>
              <a:t>If we can measure changes to the brain when people say they feel ecstasy, does that mean religious experiences are in their heads? What about embodiment?  How can that be measured?</a:t>
            </a:r>
            <a:br>
              <a:rPr lang="en-US" sz="2800">
                <a:latin typeface="+mj-lt"/>
              </a:rPr>
            </a:br>
            <a:endParaRPr lang="en-US" sz="2800" b="1"/>
          </a:p>
          <a:p>
            <a:r>
              <a:rPr lang="en-US" sz="2800" b="1">
                <a:latin typeface="+mj-lt"/>
              </a:rPr>
              <a:t>What do you think about new research suggesting that the spiritual part of taking mind-altering drugs is more important than the chemical compounds in the drugs?  Some studies have shown that if you take drugs out of their spiritual traditional contexts, their efficacy for use in the treatment of depression, addiction, PTSD and other things dramatically declines.</a:t>
            </a:r>
            <a:endParaRPr lang="en-US" sz="2800">
              <a:latin typeface="+mj-lt"/>
            </a:endParaRPr>
          </a:p>
        </p:txBody>
      </p:sp>
      <p:pic>
        <p:nvPicPr>
          <p:cNvPr id="6" name="Picture 5">
            <a:extLst>
              <a:ext uri="{FF2B5EF4-FFF2-40B4-BE49-F238E27FC236}">
                <a16:creationId xmlns:a16="http://schemas.microsoft.com/office/drawing/2014/main" id="{C2BB22A4-1233-CF24-37F7-94C7B80B2180}"/>
              </a:ext>
            </a:extLst>
          </p:cNvPr>
          <p:cNvPicPr>
            <a:picLocks noChangeAspect="1"/>
          </p:cNvPicPr>
          <p:nvPr/>
        </p:nvPicPr>
        <p:blipFill>
          <a:blip r:embed="rId3"/>
          <a:stretch>
            <a:fillRect/>
          </a:stretch>
        </p:blipFill>
        <p:spPr>
          <a:xfrm>
            <a:off x="8875346" y="5935942"/>
            <a:ext cx="2844800" cy="711200"/>
          </a:xfrm>
          <a:prstGeom prst="rect">
            <a:avLst/>
          </a:prstGeom>
        </p:spPr>
      </p:pic>
      <p:pic>
        <p:nvPicPr>
          <p:cNvPr id="5" name="Picture 4" descr="A diagram of a charge&#10;&#10;Description automatically generated">
            <a:extLst>
              <a:ext uri="{FF2B5EF4-FFF2-40B4-BE49-F238E27FC236}">
                <a16:creationId xmlns:a16="http://schemas.microsoft.com/office/drawing/2014/main" id="{88E12DF6-8E25-5B48-5243-E45C669B76B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876678" y="495201"/>
            <a:ext cx="2438644" cy="1813079"/>
          </a:xfrm>
          <a:prstGeom prst="rect">
            <a:avLst/>
          </a:prstGeom>
        </p:spPr>
      </p:pic>
    </p:spTree>
    <p:extLst>
      <p:ext uri="{BB962C8B-B14F-4D97-AF65-F5344CB8AC3E}">
        <p14:creationId xmlns:p14="http://schemas.microsoft.com/office/powerpoint/2010/main" val="365215507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0"/>
                                        <p:tgtEl>
                                          <p:spTgt spid="3">
                                            <p:txEl>
                                              <p:pRg st="0" end="0"/>
                                            </p:txEl>
                                          </p:spTgt>
                                        </p:tgtEl>
                                      </p:cBhvr>
                                    </p:animEffect>
                                  </p:childTnLst>
                                </p:cTn>
                              </p:par>
                            </p:childTnLst>
                          </p:cTn>
                        </p:par>
                        <p:par>
                          <p:cTn id="8" fill="hold">
                            <p:stCondLst>
                              <p:cond delay="5000"/>
                            </p:stCondLst>
                            <p:childTnLst>
                              <p:par>
                                <p:cTn id="9" presetID="10" presetClass="entr" presetSubtype="0" repeatCount="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0"/>
                                        <p:tgtEl>
                                          <p:spTgt spid="3">
                                            <p:txEl>
                                              <p:pRg st="1" end="1"/>
                                            </p:txEl>
                                          </p:spTgt>
                                        </p:tgtEl>
                                      </p:cBhvr>
                                    </p:animEffect>
                                  </p:childTnLst>
                                </p:cTn>
                              </p:par>
                            </p:childTnLst>
                          </p:cTn>
                        </p:par>
                        <p:par>
                          <p:cTn id="12" fill="hold">
                            <p:stCondLst>
                              <p:cond delay="10000"/>
                            </p:stCondLst>
                            <p:childTnLst>
                              <p:par>
                                <p:cTn id="13" presetID="10" presetClass="entr" presetSubtype="0" repeatCount="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Vapor Trail">
  <a:themeElements>
    <a:clrScheme name="Custom 2">
      <a:dk1>
        <a:srgbClr val="000000"/>
      </a:dk1>
      <a:lt1>
        <a:srgbClr val="000000"/>
      </a:lt1>
      <a:dk2>
        <a:srgbClr val="A7A7A7"/>
      </a:dk2>
      <a:lt2>
        <a:srgbClr val="535353"/>
      </a:lt2>
      <a:accent1>
        <a:srgbClr val="DF2E28"/>
      </a:accent1>
      <a:accent2>
        <a:srgbClr val="FE801A"/>
      </a:accent2>
      <a:accent3>
        <a:srgbClr val="E9BF35"/>
      </a:accent3>
      <a:accent4>
        <a:srgbClr val="81BB42"/>
      </a:accent4>
      <a:accent5>
        <a:srgbClr val="32C7A9"/>
      </a:accent5>
      <a:accent6>
        <a:srgbClr val="4A9BDC"/>
      </a:accent6>
      <a:hlink>
        <a:srgbClr val="0000FF"/>
      </a:hlink>
      <a:folHlink>
        <a:srgbClr val="FF00FF"/>
      </a:folHlink>
    </a:clrScheme>
    <a:fontScheme name="Vapor Trail">
      <a:majorFont>
        <a:latin typeface="Calibri"/>
        <a:ea typeface="Calibri"/>
        <a:cs typeface="Calibri"/>
      </a:majorFont>
      <a:minorFont>
        <a:latin typeface="Helvetica"/>
        <a:ea typeface="Helvetica"/>
        <a:cs typeface="Helvetica"/>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Vapor Trail">
  <a:themeElements>
    <a:clrScheme name="Vapor Trail">
      <a:dk1>
        <a:srgbClr val="000000"/>
      </a:dk1>
      <a:lt1>
        <a:srgbClr val="FFFFFF"/>
      </a:lt1>
      <a:dk2>
        <a:srgbClr val="A7A7A7"/>
      </a:dk2>
      <a:lt2>
        <a:srgbClr val="535353"/>
      </a:lt2>
      <a:accent1>
        <a:srgbClr val="DF2E28"/>
      </a:accent1>
      <a:accent2>
        <a:srgbClr val="FE801A"/>
      </a:accent2>
      <a:accent3>
        <a:srgbClr val="E9BF35"/>
      </a:accent3>
      <a:accent4>
        <a:srgbClr val="81BB42"/>
      </a:accent4>
      <a:accent5>
        <a:srgbClr val="32C7A9"/>
      </a:accent5>
      <a:accent6>
        <a:srgbClr val="4A9BDC"/>
      </a:accent6>
      <a:hlink>
        <a:srgbClr val="0000FF"/>
      </a:hlink>
      <a:folHlink>
        <a:srgbClr val="FF00FF"/>
      </a:folHlink>
    </a:clrScheme>
    <a:fontScheme name="Vapor Trail">
      <a:majorFont>
        <a:latin typeface="Calibri"/>
        <a:ea typeface="Calibri"/>
        <a:cs typeface="Calibri"/>
      </a:majorFont>
      <a:minorFont>
        <a:latin typeface="Helvetica"/>
        <a:ea typeface="Helvetica"/>
        <a:cs typeface="Helvetica"/>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549</TotalTime>
  <Words>486</Words>
  <Application>Microsoft Macintosh PowerPoint</Application>
  <PresentationFormat>Widescreen</PresentationFormat>
  <Paragraphs>36</Paragraphs>
  <Slides>5</Slides>
  <Notes>4</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Century Gothic</vt:lpstr>
      <vt:lpstr>Roboto</vt:lpstr>
      <vt:lpstr>Vapor Trail</vt:lpstr>
      <vt:lpstr>Cognitive Neuroscience and religion</vt:lpstr>
      <vt:lpstr>Ecstasy and Science: What is neurotheology?</vt:lpstr>
      <vt:lpstr>Does ecstasy change your brain?</vt:lpstr>
      <vt:lpstr>Religion is about spirit not matter/or spirit and matter</vt:lpstr>
      <vt:lpstr>Reflection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Religious Ecstasy</dc:title>
  <dc:subject/>
  <dc:creator/>
  <cp:keywords/>
  <dc:description/>
  <cp:lastModifiedBy>Alison Marshall</cp:lastModifiedBy>
  <cp:revision>16</cp:revision>
  <dcterms:modified xsi:type="dcterms:W3CDTF">2024-09-30T22:35:58Z</dcterms:modified>
  <cp:category/>
</cp:coreProperties>
</file>